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1" r:id="rId5"/>
    <p:sldMasterId id="214748371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y="5143500" cx="9144000"/>
  <p:notesSz cx="6858000" cy="9144000"/>
  <p:embeddedFontLst>
    <p:embeddedFont>
      <p:font typeface="Poppins"/>
      <p:regular r:id="rId21"/>
      <p:bold r:id="rId22"/>
      <p:italic r:id="rId23"/>
      <p:boldItalic r:id="rId24"/>
    </p:embeddedFont>
    <p:embeddedFont>
      <p:font typeface="Urbanist Medium"/>
      <p:regular r:id="rId25"/>
      <p:bold r:id="rId26"/>
      <p:italic r:id="rId27"/>
      <p:boldItalic r:id="rId28"/>
    </p:embeddedFont>
    <p:embeddedFont>
      <p:font typeface="Urbanist"/>
      <p:regular r:id="rId29"/>
      <p:bold r:id="rId30"/>
      <p:italic r:id="rId31"/>
      <p:boldItalic r:id="rId32"/>
    </p:embeddedFont>
    <p:embeddedFont>
      <p:font typeface="Poppins SemiBold"/>
      <p:regular r:id="rId33"/>
      <p:bold r:id="rId34"/>
      <p:italic r:id="rId35"/>
      <p:boldItalic r:id="rId36"/>
    </p:embeddedFont>
    <p:embeddedFont>
      <p:font typeface="Roboto Mono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A604581-4A71-4DEC-B40F-FFA2A725EC34}">
  <a:tblStyle styleId="{2A604581-4A71-4DEC-B40F-FFA2A725EC3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Urbanist-italic.fntdata"/><Relationship Id="rId30" Type="http://schemas.openxmlformats.org/officeDocument/2006/relationships/font" Target="fonts/Urbanist-bold.fntdata"/><Relationship Id="rId33" Type="http://schemas.openxmlformats.org/officeDocument/2006/relationships/font" Target="fonts/PoppinsSemiBold-regular.fntdata"/><Relationship Id="rId32" Type="http://schemas.openxmlformats.org/officeDocument/2006/relationships/font" Target="fonts/Urbanist-boldItalic.fntdata"/><Relationship Id="rId35" Type="http://schemas.openxmlformats.org/officeDocument/2006/relationships/font" Target="fonts/PoppinsSemiBold-italic.fntdata"/><Relationship Id="rId34" Type="http://schemas.openxmlformats.org/officeDocument/2006/relationships/font" Target="fonts/PoppinsSemiBold-bold.fntdata"/><Relationship Id="rId37" Type="http://schemas.openxmlformats.org/officeDocument/2006/relationships/font" Target="fonts/RobotoMono-regular.fntdata"/><Relationship Id="rId36" Type="http://schemas.openxmlformats.org/officeDocument/2006/relationships/font" Target="fonts/PoppinsSemiBold-boldItalic.fntdata"/><Relationship Id="rId39" Type="http://schemas.openxmlformats.org/officeDocument/2006/relationships/font" Target="fonts/RobotoMono-italic.fntdata"/><Relationship Id="rId38" Type="http://schemas.openxmlformats.org/officeDocument/2006/relationships/font" Target="fonts/RobotoMono-bold.fntdata"/><Relationship Id="rId20" Type="http://schemas.openxmlformats.org/officeDocument/2006/relationships/slide" Target="slides/slide13.xml"/><Relationship Id="rId22" Type="http://schemas.openxmlformats.org/officeDocument/2006/relationships/font" Target="fonts/Poppins-bold.fntdata"/><Relationship Id="rId21" Type="http://schemas.openxmlformats.org/officeDocument/2006/relationships/font" Target="fonts/Poppins-regular.fntdata"/><Relationship Id="rId24" Type="http://schemas.openxmlformats.org/officeDocument/2006/relationships/font" Target="fonts/Poppins-boldItalic.fntdata"/><Relationship Id="rId23" Type="http://schemas.openxmlformats.org/officeDocument/2006/relationships/font" Target="fonts/Poppins-italic.fntdata"/><Relationship Id="rId26" Type="http://schemas.openxmlformats.org/officeDocument/2006/relationships/font" Target="fonts/UrbanistMedium-bold.fntdata"/><Relationship Id="rId25" Type="http://schemas.openxmlformats.org/officeDocument/2006/relationships/font" Target="fonts/UrbanistMedium-regular.fntdata"/><Relationship Id="rId28" Type="http://schemas.openxmlformats.org/officeDocument/2006/relationships/font" Target="fonts/UrbanistMedium-boldItalic.fntdata"/><Relationship Id="rId27" Type="http://schemas.openxmlformats.org/officeDocument/2006/relationships/font" Target="fonts/UrbanistMedium-italic.fntdata"/><Relationship Id="rId29" Type="http://schemas.openxmlformats.org/officeDocument/2006/relationships/font" Target="fonts/Urbanist-regular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6fc2e105e1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g36fc2e105e1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6fc2e105e1_1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36fc2e105e1_1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6fc2e105e1_1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g36fc2e105e1_1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9178a786b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39178a786b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39178a786bd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39178a786bd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9178a786bd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39178a786b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ae6ad35c34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3ae6ad35c34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9178a786bd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2" name="Google Shape;672;g39178a786bd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9178a786bd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0" name="Google Shape;680;g39178a786bd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39178a786bd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8" name="Google Shape;688;g39178a786bd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3ae6ad35c34_1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4" name="Google Shape;694;g3ae6ad35c34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3ae6ad35c34_1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3ae6ad35c34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36fc2e105e1_1_15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36fc2e105e1_1_15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1">
  <p:cSld name="BLANK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title"/>
          </p:nvPr>
        </p:nvSpPr>
        <p:spPr>
          <a:xfrm>
            <a:off x="3236625" y="837723"/>
            <a:ext cx="5622600" cy="22752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55" name="Google Shape;55;p14"/>
          <p:cNvSpPr/>
          <p:nvPr/>
        </p:nvSpPr>
        <p:spPr>
          <a:xfrm flipH="1">
            <a:off x="1350050" y="2493850"/>
            <a:ext cx="2836800" cy="2649600"/>
          </a:xfrm>
          <a:prstGeom prst="pie">
            <a:avLst>
              <a:gd fmla="val 21585343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6" name="Google Shape;56;p14"/>
          <p:cNvSpPr/>
          <p:nvPr/>
        </p:nvSpPr>
        <p:spPr>
          <a:xfrm flipH="1" rot="5400000">
            <a:off x="58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" name="Google Shape;57;p14"/>
          <p:cNvSpPr/>
          <p:nvPr/>
        </p:nvSpPr>
        <p:spPr>
          <a:xfrm>
            <a:off x="0" y="0"/>
            <a:ext cx="2768400" cy="2699100"/>
          </a:xfrm>
          <a:prstGeom prst="round1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8" name="Google Shape;58;p14"/>
          <p:cNvSpPr/>
          <p:nvPr/>
        </p:nvSpPr>
        <p:spPr>
          <a:xfrm>
            <a:off x="-100" y="2699025"/>
            <a:ext cx="1653900" cy="11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9" name="Google Shape;59;p14"/>
          <p:cNvSpPr/>
          <p:nvPr/>
        </p:nvSpPr>
        <p:spPr>
          <a:xfrm>
            <a:off x="1653900" y="2701600"/>
            <a:ext cx="1114500" cy="1114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3236625" y="3183150"/>
            <a:ext cx="5430300" cy="63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61" name="Google Shape;61;p1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1">
  <p:cSld name="BLANK_1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4" name="Google Shape;64;p15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5" name="Google Shape;65;p15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6" name="Google Shape;66;p15"/>
          <p:cNvSpPr/>
          <p:nvPr/>
        </p:nvSpPr>
        <p:spPr>
          <a:xfrm flipH="1">
            <a:off x="284701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927633" y="474750"/>
            <a:ext cx="1463400" cy="429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8" name="Google Shape;68;p15"/>
          <p:cNvSpPr/>
          <p:nvPr/>
        </p:nvSpPr>
        <p:spPr>
          <a:xfrm flipH="1">
            <a:off x="1322410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2309186" y="474990"/>
            <a:ext cx="1399200" cy="429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0" name="Google Shape;70;p15"/>
          <p:cNvSpPr/>
          <p:nvPr/>
        </p:nvSpPr>
        <p:spPr>
          <a:xfrm flipH="1">
            <a:off x="2685553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1" name="Google Shape;71;p15"/>
          <p:cNvSpPr txBox="1"/>
          <p:nvPr>
            <p:ph type="title"/>
          </p:nvPr>
        </p:nvSpPr>
        <p:spPr>
          <a:xfrm>
            <a:off x="3708375" y="1585475"/>
            <a:ext cx="5190300" cy="20319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72" name="Google Shape;72;p1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6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6" name="Google Shape;76;p16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7" name="Google Shape;77;p16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2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idx="1" type="subTitle"/>
          </p:nvPr>
        </p:nvSpPr>
        <p:spPr>
          <a:xfrm>
            <a:off x="286975" y="1143000"/>
            <a:ext cx="4429800" cy="51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81" name="Google Shape;81;p17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2" name="Google Shape;82;p17"/>
          <p:cNvSpPr txBox="1"/>
          <p:nvPr>
            <p:ph idx="2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3" name="Google Shape;83;p17"/>
          <p:cNvSpPr txBox="1"/>
          <p:nvPr>
            <p:ph idx="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4" name="Google Shape;84;p17"/>
          <p:cNvSpPr txBox="1"/>
          <p:nvPr>
            <p:ph idx="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roadmap">
  <p:cSld name="BLANK_1_1_1_1_1_2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idx="1" type="subTitle"/>
          </p:nvPr>
        </p:nvSpPr>
        <p:spPr>
          <a:xfrm>
            <a:off x="271250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88" name="Google Shape;88;p18"/>
          <p:cNvSpPr txBox="1"/>
          <p:nvPr>
            <p:ph idx="2" type="subTitle"/>
          </p:nvPr>
        </p:nvSpPr>
        <p:spPr>
          <a:xfrm>
            <a:off x="203059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89" name="Google Shape;89;p18"/>
          <p:cNvSpPr txBox="1"/>
          <p:nvPr>
            <p:ph idx="3" type="subTitle"/>
          </p:nvPr>
        </p:nvSpPr>
        <p:spPr>
          <a:xfrm>
            <a:off x="379548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90" name="Google Shape;90;p18"/>
          <p:cNvSpPr txBox="1"/>
          <p:nvPr>
            <p:ph idx="4" type="subTitle"/>
          </p:nvPr>
        </p:nvSpPr>
        <p:spPr>
          <a:xfrm>
            <a:off x="5556416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91" name="Google Shape;91;p18"/>
          <p:cNvSpPr txBox="1"/>
          <p:nvPr>
            <p:ph idx="5" type="subTitle"/>
          </p:nvPr>
        </p:nvSpPr>
        <p:spPr>
          <a:xfrm>
            <a:off x="731813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92" name="Google Shape;92;p18"/>
          <p:cNvSpPr txBox="1"/>
          <p:nvPr>
            <p:ph idx="6" type="body"/>
          </p:nvPr>
        </p:nvSpPr>
        <p:spPr>
          <a:xfrm>
            <a:off x="271250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93" name="Google Shape;93;p18"/>
          <p:cNvSpPr txBox="1"/>
          <p:nvPr>
            <p:ph idx="7" type="body"/>
          </p:nvPr>
        </p:nvSpPr>
        <p:spPr>
          <a:xfrm>
            <a:off x="2028213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94" name="Google Shape;94;p18"/>
          <p:cNvSpPr txBox="1"/>
          <p:nvPr>
            <p:ph idx="8" type="body"/>
          </p:nvPr>
        </p:nvSpPr>
        <p:spPr>
          <a:xfrm>
            <a:off x="3785175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95" name="Google Shape;95;p18"/>
          <p:cNvSpPr txBox="1"/>
          <p:nvPr>
            <p:ph idx="9" type="body"/>
          </p:nvPr>
        </p:nvSpPr>
        <p:spPr>
          <a:xfrm>
            <a:off x="5542138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96" name="Google Shape;96;p18"/>
          <p:cNvSpPr txBox="1"/>
          <p:nvPr>
            <p:ph idx="13" type="body"/>
          </p:nvPr>
        </p:nvSpPr>
        <p:spPr>
          <a:xfrm>
            <a:off x="7299100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97" name="Google Shape;97;p18"/>
          <p:cNvSpPr txBox="1"/>
          <p:nvPr>
            <p:ph idx="14" type="subTitle"/>
          </p:nvPr>
        </p:nvSpPr>
        <p:spPr>
          <a:xfrm>
            <a:off x="271250" y="2737064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8" name="Google Shape;98;p18"/>
          <p:cNvSpPr txBox="1"/>
          <p:nvPr>
            <p:ph idx="15" type="subTitle"/>
          </p:nvPr>
        </p:nvSpPr>
        <p:spPr>
          <a:xfrm>
            <a:off x="2030598" y="2737064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9" name="Google Shape;99;p18"/>
          <p:cNvSpPr txBox="1"/>
          <p:nvPr>
            <p:ph idx="16" type="subTitle"/>
          </p:nvPr>
        </p:nvSpPr>
        <p:spPr>
          <a:xfrm>
            <a:off x="3795488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00" name="Google Shape;100;p18"/>
          <p:cNvSpPr txBox="1"/>
          <p:nvPr>
            <p:ph idx="17" type="subTitle"/>
          </p:nvPr>
        </p:nvSpPr>
        <p:spPr>
          <a:xfrm>
            <a:off x="5556416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01" name="Google Shape;101;p18"/>
          <p:cNvSpPr txBox="1"/>
          <p:nvPr>
            <p:ph idx="18" type="subTitle"/>
          </p:nvPr>
        </p:nvSpPr>
        <p:spPr>
          <a:xfrm>
            <a:off x="7318138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02" name="Google Shape;102;p18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3" name="Google Shape;103;p18"/>
          <p:cNvSpPr txBox="1"/>
          <p:nvPr>
            <p:ph idx="1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4" name="Google Shape;104;p18"/>
          <p:cNvSpPr txBox="1"/>
          <p:nvPr>
            <p:ph idx="20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5" name="Google Shape;105;p18"/>
          <p:cNvSpPr txBox="1"/>
          <p:nvPr>
            <p:ph idx="21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6" name="Google Shape;106;p1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with Shape">
  <p:cSld name="BLANK_1_1_1_1_1_1_1_2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/>
          <p:nvPr/>
        </p:nvSpPr>
        <p:spPr>
          <a:xfrm>
            <a:off x="0" y="3859125"/>
            <a:ext cx="2004300" cy="1282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9" name="Google Shape;109;p19"/>
          <p:cNvSpPr/>
          <p:nvPr/>
        </p:nvSpPr>
        <p:spPr>
          <a:xfrm flipH="1" rot="10800000">
            <a:off x="6571675" y="3851200"/>
            <a:ext cx="1270800" cy="12828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0" name="Google Shape;110;p19"/>
          <p:cNvSpPr/>
          <p:nvPr/>
        </p:nvSpPr>
        <p:spPr>
          <a:xfrm flipH="1" rot="10800000">
            <a:off x="7217867" y="3851200"/>
            <a:ext cx="1282500" cy="12828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1" name="Google Shape;111;p19"/>
          <p:cNvSpPr/>
          <p:nvPr/>
        </p:nvSpPr>
        <p:spPr>
          <a:xfrm rot="5400000">
            <a:off x="3193350" y="-1811400"/>
            <a:ext cx="2757600" cy="85743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2" name="Google Shape;112;p19"/>
          <p:cNvSpPr txBox="1"/>
          <p:nvPr>
            <p:ph type="title"/>
          </p:nvPr>
        </p:nvSpPr>
        <p:spPr>
          <a:xfrm>
            <a:off x="283475" y="1096954"/>
            <a:ext cx="8575800" cy="27576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13" name="Google Shape;113;p19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4" name="Google Shape;114;p19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5" name="Google Shape;115;p19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6" name="Google Shape;116;p1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/>
          <p:nvPr>
            <p:ph idx="1" type="subTitle"/>
          </p:nvPr>
        </p:nvSpPr>
        <p:spPr>
          <a:xfrm>
            <a:off x="284700" y="2574275"/>
            <a:ext cx="4287300" cy="408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9" name="Google Shape;119;p20"/>
          <p:cNvSpPr/>
          <p:nvPr/>
        </p:nvSpPr>
        <p:spPr>
          <a:xfrm flipH="1" rot="5400000">
            <a:off x="6571675" y="2571675"/>
            <a:ext cx="5143500" cy="5143500"/>
          </a:xfrm>
          <a:prstGeom prst="pie">
            <a:avLst>
              <a:gd fmla="val 21589913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0" name="Google Shape;120;p20"/>
          <p:cNvSpPr/>
          <p:nvPr/>
        </p:nvSpPr>
        <p:spPr>
          <a:xfrm flipH="1" rot="5400000">
            <a:off x="6571675" y="-8"/>
            <a:ext cx="5143500" cy="5143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1" name="Google Shape;121;p20"/>
          <p:cNvSpPr txBox="1"/>
          <p:nvPr>
            <p:ph type="title"/>
          </p:nvPr>
        </p:nvSpPr>
        <p:spPr>
          <a:xfrm>
            <a:off x="284700" y="474750"/>
            <a:ext cx="5622600" cy="1794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122" name="Google Shape;122;p2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BLANK_1_1_1_1_1_1_1_1_2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379650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5" name="Google Shape;125;p21"/>
          <p:cNvSpPr txBox="1"/>
          <p:nvPr>
            <p:ph idx="2" type="body"/>
          </p:nvPr>
        </p:nvSpPr>
        <p:spPr>
          <a:xfrm>
            <a:off x="2255275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6" name="Google Shape;126;p21"/>
          <p:cNvSpPr txBox="1"/>
          <p:nvPr>
            <p:ph idx="3" type="body"/>
          </p:nvPr>
        </p:nvSpPr>
        <p:spPr>
          <a:xfrm>
            <a:off x="4130900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7" name="Google Shape;127;p21"/>
          <p:cNvSpPr txBox="1"/>
          <p:nvPr>
            <p:ph idx="4" type="body"/>
          </p:nvPr>
        </p:nvSpPr>
        <p:spPr>
          <a:xfrm>
            <a:off x="6006525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8" name="Google Shape;128;p21"/>
          <p:cNvSpPr txBox="1"/>
          <p:nvPr>
            <p:ph type="title"/>
          </p:nvPr>
        </p:nvSpPr>
        <p:spPr>
          <a:xfrm>
            <a:off x="308784" y="1188147"/>
            <a:ext cx="7206000" cy="666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9" name="Google Shape;129;p21"/>
          <p:cNvSpPr txBox="1"/>
          <p:nvPr>
            <p:ph idx="5" type="subTitle"/>
          </p:nvPr>
        </p:nvSpPr>
        <p:spPr>
          <a:xfrm>
            <a:off x="308784" y="1922075"/>
            <a:ext cx="72060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0" name="Google Shape;130;p21"/>
          <p:cNvSpPr txBox="1"/>
          <p:nvPr>
            <p:ph idx="6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1" name="Google Shape;131;p21"/>
          <p:cNvSpPr txBox="1"/>
          <p:nvPr>
            <p:ph idx="7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2" name="Google Shape;132;p21"/>
          <p:cNvSpPr txBox="1"/>
          <p:nvPr>
            <p:ph idx="8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3" name="Google Shape;133;p2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1">
  <p:cSld name="BLANK_1_1_1_1_1_1_1_1_1_1_1_2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6" name="Google Shape;136;p22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7" name="Google Shape;137;p22"/>
          <p:cNvSpPr/>
          <p:nvPr/>
        </p:nvSpPr>
        <p:spPr>
          <a:xfrm flipH="1">
            <a:off x="7723050" y="2475750"/>
            <a:ext cx="2828100" cy="2657700"/>
          </a:xfrm>
          <a:prstGeom prst="pie">
            <a:avLst>
              <a:gd fmla="val 0" name="adj1"/>
              <a:gd fmla="val 5408708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8" name="Google Shape;138;p22"/>
          <p:cNvSpPr/>
          <p:nvPr/>
        </p:nvSpPr>
        <p:spPr>
          <a:xfrm flipH="1" rot="5400000">
            <a:off x="63701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9" name="Google Shape;139;p22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40" name="Google Shape;140;p22"/>
          <p:cNvSpPr/>
          <p:nvPr>
            <p:ph idx="4" type="pic"/>
          </p:nvPr>
        </p:nvSpPr>
        <p:spPr>
          <a:xfrm>
            <a:off x="6364300" y="0"/>
            <a:ext cx="2779500" cy="3813600"/>
          </a:xfrm>
          <a:prstGeom prst="round2Diag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41" name="Google Shape;141;p22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42" name="Google Shape;142;p22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43" name="Google Shape;143;p2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2">
  <p:cSld name="BLANK_1_1_1_1_1_1_1_1_1_1_1_2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/>
          <p:nvPr/>
        </p:nvSpPr>
        <p:spPr>
          <a:xfrm>
            <a:off x="4902225" y="2293759"/>
            <a:ext cx="2868000" cy="2857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6" name="Google Shape;146;p23"/>
          <p:cNvSpPr/>
          <p:nvPr/>
        </p:nvSpPr>
        <p:spPr>
          <a:xfrm rot="5400000">
            <a:off x="7720466" y="2360662"/>
            <a:ext cx="2851800" cy="2718000"/>
          </a:xfrm>
          <a:prstGeom prst="pie">
            <a:avLst>
              <a:gd fmla="val 0" name="adj1"/>
              <a:gd fmla="val 5398959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7" name="Google Shape;147;p23"/>
          <p:cNvSpPr/>
          <p:nvPr/>
        </p:nvSpPr>
        <p:spPr>
          <a:xfrm>
            <a:off x="6345359" y="7875"/>
            <a:ext cx="2791200" cy="1233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8" name="Google Shape;148;p23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49" name="Google Shape;149;p23"/>
          <p:cNvSpPr/>
          <p:nvPr>
            <p:ph idx="2" type="pic"/>
          </p:nvPr>
        </p:nvSpPr>
        <p:spPr>
          <a:xfrm>
            <a:off x="6335600" y="1231675"/>
            <a:ext cx="2808600" cy="2498700"/>
          </a:xfrm>
          <a:prstGeom prst="round1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50" name="Google Shape;150;p23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1" name="Google Shape;151;p23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52" name="Google Shape;152;p23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53" name="Google Shape;153;p23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54" name="Google Shape;154;p23"/>
          <p:cNvSpPr txBox="1"/>
          <p:nvPr>
            <p:ph idx="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5" name="Google Shape;155;p2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3">
  <p:cSld name="BLANK_1_1_1_1_1_1_1_1_1_1_1_2_1_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58" name="Google Shape;158;p24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grpSp>
        <p:nvGrpSpPr>
          <p:cNvPr id="159" name="Google Shape;159;p24"/>
          <p:cNvGrpSpPr/>
          <p:nvPr/>
        </p:nvGrpSpPr>
        <p:grpSpPr>
          <a:xfrm>
            <a:off x="6324521" y="8900"/>
            <a:ext cx="2848500" cy="6539200"/>
            <a:chOff x="6324521" y="8900"/>
            <a:chExt cx="2848500" cy="6539200"/>
          </a:xfrm>
        </p:grpSpPr>
        <p:sp>
          <p:nvSpPr>
            <p:cNvPr id="160" name="Google Shape;160;p24"/>
            <p:cNvSpPr/>
            <p:nvPr/>
          </p:nvSpPr>
          <p:spPr>
            <a:xfrm rot="10800000">
              <a:off x="6362475" y="8900"/>
              <a:ext cx="2772600" cy="37005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61" name="Google Shape;161;p24"/>
            <p:cNvSpPr/>
            <p:nvPr/>
          </p:nvSpPr>
          <p:spPr>
            <a:xfrm flipH="1" rot="5400000">
              <a:off x="6319275" y="3734100"/>
              <a:ext cx="2820300" cy="2807700"/>
            </a:xfrm>
            <a:prstGeom prst="pie">
              <a:avLst>
                <a:gd fmla="val 16192689" name="adj1"/>
                <a:gd fmla="val 4945" name="adj2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62" name="Google Shape;162;p24"/>
            <p:cNvSpPr/>
            <p:nvPr/>
          </p:nvSpPr>
          <p:spPr>
            <a:xfrm flipH="1">
              <a:off x="6324521" y="2295469"/>
              <a:ext cx="2848500" cy="2847300"/>
            </a:xfrm>
            <a:prstGeom prst="pie">
              <a:avLst>
                <a:gd fmla="val 21590006" name="adj1"/>
                <a:gd fmla="val 5408708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163" name="Google Shape;163;p24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64" name="Google Shape;164;p24"/>
          <p:cNvSpPr/>
          <p:nvPr>
            <p:ph idx="4" type="pic"/>
          </p:nvPr>
        </p:nvSpPr>
        <p:spPr>
          <a:xfrm rot="10800000">
            <a:off x="6324525" y="0"/>
            <a:ext cx="2819400" cy="3715800"/>
          </a:xfrm>
          <a:prstGeom prst="round2Same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65" name="Google Shape;165;p24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66" name="Google Shape;166;p24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67" name="Google Shape;167;p2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4">
  <p:cSld name="BLANK_1_1_1_1_1_1_1_1_1_1_1_2_1_1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/>
          <p:nvPr/>
        </p:nvSpPr>
        <p:spPr>
          <a:xfrm>
            <a:off x="7780000" y="10200"/>
            <a:ext cx="1353900" cy="14175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0" name="Google Shape;170;p25"/>
          <p:cNvSpPr/>
          <p:nvPr/>
        </p:nvSpPr>
        <p:spPr>
          <a:xfrm rot="-5400000">
            <a:off x="4934200" y="10025"/>
            <a:ext cx="2845800" cy="2835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1" name="Google Shape;171;p25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72" name="Google Shape;172;p25"/>
          <p:cNvSpPr/>
          <p:nvPr>
            <p:ph idx="2" type="pic"/>
          </p:nvPr>
        </p:nvSpPr>
        <p:spPr>
          <a:xfrm>
            <a:off x="6355775" y="1418625"/>
            <a:ext cx="2788200" cy="3725100"/>
          </a:xfrm>
          <a:prstGeom prst="round2Diag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73" name="Google Shape;173;p25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74" name="Google Shape;174;p25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75" name="Google Shape;175;p25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76" name="Google Shape;176;p25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77" name="Google Shape;177;p25"/>
          <p:cNvSpPr txBox="1"/>
          <p:nvPr>
            <p:ph idx="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8" name="Google Shape;178;p2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5">
  <p:cSld name="CUSTOM_7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6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81" name="Google Shape;181;p26"/>
          <p:cNvSpPr/>
          <p:nvPr/>
        </p:nvSpPr>
        <p:spPr>
          <a:xfrm flipH="1" rot="10800000">
            <a:off x="7069375" y="3760875"/>
            <a:ext cx="1359600" cy="13725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2" name="Google Shape;182;p26"/>
          <p:cNvSpPr/>
          <p:nvPr/>
        </p:nvSpPr>
        <p:spPr>
          <a:xfrm flipH="1" rot="10800000">
            <a:off x="7760700" y="3760875"/>
            <a:ext cx="1372200" cy="13725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6364300" y="3759200"/>
            <a:ext cx="1396500" cy="138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4" name="Google Shape;184;p26"/>
          <p:cNvSpPr/>
          <p:nvPr>
            <p:ph idx="2" type="pic"/>
          </p:nvPr>
        </p:nvSpPr>
        <p:spPr>
          <a:xfrm rot="10800000">
            <a:off x="6364225" y="0"/>
            <a:ext cx="2784600" cy="3775800"/>
          </a:xfrm>
          <a:prstGeom prst="round1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5" name="Google Shape;185;p26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86" name="Google Shape;186;p26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87" name="Google Shape;187;p26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88" name="Google Shape;188;p26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89" name="Google Shape;189;p2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6">
  <p:cSld name="CUSTOM_8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7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2" name="Google Shape;192;p27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3" name="Google Shape;193;p27"/>
          <p:cNvSpPr/>
          <p:nvPr/>
        </p:nvSpPr>
        <p:spPr>
          <a:xfrm flipH="1">
            <a:off x="7723050" y="2475750"/>
            <a:ext cx="2828100" cy="2657700"/>
          </a:xfrm>
          <a:prstGeom prst="pie">
            <a:avLst>
              <a:gd fmla="val 0" name="adj1"/>
              <a:gd fmla="val 5408708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4" name="Google Shape;194;p27"/>
          <p:cNvSpPr/>
          <p:nvPr/>
        </p:nvSpPr>
        <p:spPr>
          <a:xfrm flipH="1" rot="5400000">
            <a:off x="63701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5" name="Google Shape;195;p27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96" name="Google Shape;196;p27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97" name="Google Shape;197;p27"/>
          <p:cNvSpPr txBox="1"/>
          <p:nvPr>
            <p:ph idx="4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98" name="Google Shape;198;p27"/>
          <p:cNvSpPr/>
          <p:nvPr/>
        </p:nvSpPr>
        <p:spPr>
          <a:xfrm>
            <a:off x="6375075" y="10125"/>
            <a:ext cx="2757600" cy="37944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9" name="Google Shape;199;p27"/>
          <p:cNvSpPr txBox="1"/>
          <p:nvPr>
            <p:ph idx="5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0" name="Google Shape;200;p2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7">
  <p:cSld name="CUSTOM_8_1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8"/>
          <p:cNvSpPr/>
          <p:nvPr/>
        </p:nvSpPr>
        <p:spPr>
          <a:xfrm>
            <a:off x="4902225" y="2293759"/>
            <a:ext cx="2868000" cy="2857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3" name="Google Shape;203;p28"/>
          <p:cNvSpPr/>
          <p:nvPr/>
        </p:nvSpPr>
        <p:spPr>
          <a:xfrm rot="5400000">
            <a:off x="7720466" y="2360662"/>
            <a:ext cx="2851800" cy="2718000"/>
          </a:xfrm>
          <a:prstGeom prst="pie">
            <a:avLst>
              <a:gd fmla="val 0" name="adj1"/>
              <a:gd fmla="val 5398959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4" name="Google Shape;204;p28"/>
          <p:cNvSpPr/>
          <p:nvPr/>
        </p:nvSpPr>
        <p:spPr>
          <a:xfrm>
            <a:off x="6345359" y="7875"/>
            <a:ext cx="2791200" cy="1233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5" name="Google Shape;205;p28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06" name="Google Shape;206;p28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07" name="Google Shape;207;p28"/>
          <p:cNvSpPr txBox="1"/>
          <p:nvPr>
            <p:ph idx="2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08" name="Google Shape;208;p28"/>
          <p:cNvSpPr txBox="1"/>
          <p:nvPr>
            <p:ph idx="3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9" name="Google Shape;209;p28"/>
          <p:cNvSpPr txBox="1"/>
          <p:nvPr>
            <p:ph idx="4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0" name="Google Shape;210;p28"/>
          <p:cNvSpPr txBox="1"/>
          <p:nvPr>
            <p:ph idx="5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1" name="Google Shape;211;p28"/>
          <p:cNvSpPr/>
          <p:nvPr/>
        </p:nvSpPr>
        <p:spPr>
          <a:xfrm>
            <a:off x="6345359" y="1240774"/>
            <a:ext cx="2801400" cy="2479800"/>
          </a:xfrm>
          <a:prstGeom prst="round1Rect">
            <a:avLst>
              <a:gd fmla="val 50000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2" name="Google Shape;212;p2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8">
  <p:cSld name="CUSTOM_8_1_1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9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5" name="Google Shape;215;p29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6" name="Google Shape;216;p29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217" name="Google Shape;217;p29"/>
          <p:cNvGrpSpPr/>
          <p:nvPr/>
        </p:nvGrpSpPr>
        <p:grpSpPr>
          <a:xfrm>
            <a:off x="6324521" y="8900"/>
            <a:ext cx="2848500" cy="6539200"/>
            <a:chOff x="6324521" y="8900"/>
            <a:chExt cx="2848500" cy="6539200"/>
          </a:xfrm>
        </p:grpSpPr>
        <p:sp>
          <p:nvSpPr>
            <p:cNvPr id="218" name="Google Shape;218;p29"/>
            <p:cNvSpPr/>
            <p:nvPr/>
          </p:nvSpPr>
          <p:spPr>
            <a:xfrm rot="10800000">
              <a:off x="6362475" y="8900"/>
              <a:ext cx="2772600" cy="37005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219" name="Google Shape;219;p29"/>
            <p:cNvSpPr/>
            <p:nvPr/>
          </p:nvSpPr>
          <p:spPr>
            <a:xfrm flipH="1" rot="5400000">
              <a:off x="6319275" y="3734100"/>
              <a:ext cx="2820300" cy="2807700"/>
            </a:xfrm>
            <a:prstGeom prst="pie">
              <a:avLst>
                <a:gd fmla="val 16192689" name="adj1"/>
                <a:gd fmla="val 4945" name="adj2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220" name="Google Shape;220;p29"/>
            <p:cNvSpPr/>
            <p:nvPr/>
          </p:nvSpPr>
          <p:spPr>
            <a:xfrm flipH="1">
              <a:off x="6324521" y="2295469"/>
              <a:ext cx="2848500" cy="2847300"/>
            </a:xfrm>
            <a:prstGeom prst="pie">
              <a:avLst>
                <a:gd fmla="val 21590006" name="adj1"/>
                <a:gd fmla="val 5408708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221" name="Google Shape;221;p29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22" name="Google Shape;222;p29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223" name="Google Shape;223;p29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4" name="Google Shape;224;p2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9">
  <p:cSld name="CUSTOM_8_1_1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0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27" name="Google Shape;227;p30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28" name="Google Shape;228;p30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9" name="Google Shape;229;p30"/>
          <p:cNvSpPr/>
          <p:nvPr/>
        </p:nvSpPr>
        <p:spPr>
          <a:xfrm>
            <a:off x="7780000" y="10200"/>
            <a:ext cx="1353900" cy="14175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30" name="Google Shape;230;p30"/>
          <p:cNvSpPr/>
          <p:nvPr/>
        </p:nvSpPr>
        <p:spPr>
          <a:xfrm rot="-5400000">
            <a:off x="4934200" y="10025"/>
            <a:ext cx="2845800" cy="2835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31" name="Google Shape;231;p30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32" name="Google Shape;232;p30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33" name="Google Shape;233;p30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4" name="Google Shape;234;p30"/>
          <p:cNvSpPr/>
          <p:nvPr/>
        </p:nvSpPr>
        <p:spPr>
          <a:xfrm>
            <a:off x="6366275" y="1427825"/>
            <a:ext cx="2768100" cy="37053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35" name="Google Shape;235;p3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10">
  <p:cSld name="CUSTOM_8_1_1_1_1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1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38" name="Google Shape;238;p31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39" name="Google Shape;239;p31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0" name="Google Shape;240;p31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1" name="Google Shape;241;p31"/>
          <p:cNvSpPr/>
          <p:nvPr/>
        </p:nvSpPr>
        <p:spPr>
          <a:xfrm flipH="1" rot="10800000">
            <a:off x="7069375" y="3773775"/>
            <a:ext cx="1359600" cy="13596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2" name="Google Shape;242;p31"/>
          <p:cNvSpPr/>
          <p:nvPr/>
        </p:nvSpPr>
        <p:spPr>
          <a:xfrm flipH="1" rot="10800000">
            <a:off x="7760700" y="3773775"/>
            <a:ext cx="1372200" cy="13596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3" name="Google Shape;243;p31"/>
          <p:cNvSpPr/>
          <p:nvPr/>
        </p:nvSpPr>
        <p:spPr>
          <a:xfrm>
            <a:off x="6364300" y="3759200"/>
            <a:ext cx="1396500" cy="138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4" name="Google Shape;244;p31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45" name="Google Shape;245;p31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46" name="Google Shape;246;p31"/>
          <p:cNvSpPr/>
          <p:nvPr/>
        </p:nvSpPr>
        <p:spPr>
          <a:xfrm rot="10800000">
            <a:off x="6377600" y="8800"/>
            <a:ext cx="2758800" cy="3754200"/>
          </a:xfrm>
          <a:prstGeom prst="round1Rect">
            <a:avLst>
              <a:gd fmla="val 50000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7" name="Google Shape;247;p3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_1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2"/>
          <p:cNvSpPr txBox="1"/>
          <p:nvPr>
            <p:ph idx="1" type="subTitle"/>
          </p:nvPr>
        </p:nvSpPr>
        <p:spPr>
          <a:xfrm>
            <a:off x="3389025" y="119728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0" name="Google Shape;250;p32"/>
          <p:cNvSpPr/>
          <p:nvPr/>
        </p:nvSpPr>
        <p:spPr>
          <a:xfrm flipH="1">
            <a:off x="1350000" y="2442900"/>
            <a:ext cx="2849100" cy="2700600"/>
          </a:xfrm>
          <a:prstGeom prst="pie">
            <a:avLst>
              <a:gd fmla="val 21586474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1" name="Google Shape;251;p32"/>
          <p:cNvSpPr/>
          <p:nvPr/>
        </p:nvSpPr>
        <p:spPr>
          <a:xfrm flipH="1" rot="5400000">
            <a:off x="-6000" y="3795800"/>
            <a:ext cx="2712600" cy="2700600"/>
          </a:xfrm>
          <a:prstGeom prst="pie">
            <a:avLst>
              <a:gd fmla="val 2531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2" name="Google Shape;252;p32"/>
          <p:cNvSpPr/>
          <p:nvPr/>
        </p:nvSpPr>
        <p:spPr>
          <a:xfrm flipH="1" rot="5400000">
            <a:off x="-125" y="2402250"/>
            <a:ext cx="2775600" cy="27756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3" name="Google Shape;253;p32"/>
          <p:cNvSpPr txBox="1"/>
          <p:nvPr>
            <p:ph idx="2" type="subTitle"/>
          </p:nvPr>
        </p:nvSpPr>
        <p:spPr>
          <a:xfrm>
            <a:off x="3389025" y="234121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4" name="Google Shape;254;p32"/>
          <p:cNvSpPr txBox="1"/>
          <p:nvPr>
            <p:ph idx="3" type="subTitle"/>
          </p:nvPr>
        </p:nvSpPr>
        <p:spPr>
          <a:xfrm>
            <a:off x="3389025" y="348513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5" name="Google Shape;255;p32"/>
          <p:cNvSpPr txBox="1"/>
          <p:nvPr>
            <p:ph idx="4" type="subTitle"/>
          </p:nvPr>
        </p:nvSpPr>
        <p:spPr>
          <a:xfrm>
            <a:off x="6335550" y="119728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6" name="Google Shape;256;p32"/>
          <p:cNvSpPr txBox="1"/>
          <p:nvPr>
            <p:ph idx="5" type="subTitle"/>
          </p:nvPr>
        </p:nvSpPr>
        <p:spPr>
          <a:xfrm>
            <a:off x="6335550" y="234121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7" name="Google Shape;257;p32"/>
          <p:cNvSpPr txBox="1"/>
          <p:nvPr>
            <p:ph idx="6" type="subTitle"/>
          </p:nvPr>
        </p:nvSpPr>
        <p:spPr>
          <a:xfrm>
            <a:off x="6335550" y="348513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8" name="Google Shape;258;p32"/>
          <p:cNvSpPr txBox="1"/>
          <p:nvPr>
            <p:ph type="title"/>
          </p:nvPr>
        </p:nvSpPr>
        <p:spPr>
          <a:xfrm>
            <a:off x="284700" y="286200"/>
            <a:ext cx="2860800" cy="1732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259" name="Google Shape;259;p32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60" name="Google Shape;260;p32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61" name="Google Shape;261;p32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2" name="Google Shape;262;p3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BLANK_1_1_1_1_1_1_1_1_1_1_1_1_2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3"/>
          <p:cNvSpPr/>
          <p:nvPr/>
        </p:nvSpPr>
        <p:spPr>
          <a:xfrm rot="-5400000">
            <a:off x="-2575150" y="-150"/>
            <a:ext cx="5143800" cy="5143500"/>
          </a:xfrm>
          <a:prstGeom prst="pie">
            <a:avLst>
              <a:gd fmla="val 3746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5" name="Google Shape;265;p33"/>
          <p:cNvSpPr/>
          <p:nvPr/>
        </p:nvSpPr>
        <p:spPr>
          <a:xfrm rot="5400000">
            <a:off x="-3261" y="1"/>
            <a:ext cx="5143500" cy="5143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33"/>
          <p:cNvSpPr txBox="1"/>
          <p:nvPr>
            <p:ph idx="1" type="subTitle"/>
          </p:nvPr>
        </p:nvSpPr>
        <p:spPr>
          <a:xfrm>
            <a:off x="3236625" y="1936752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7" name="Google Shape;267;p33"/>
          <p:cNvSpPr txBox="1"/>
          <p:nvPr>
            <p:ph idx="2" type="subTitle"/>
          </p:nvPr>
        </p:nvSpPr>
        <p:spPr>
          <a:xfrm>
            <a:off x="3236625" y="292065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8" name="Google Shape;268;p33"/>
          <p:cNvSpPr txBox="1"/>
          <p:nvPr>
            <p:ph idx="3" type="subTitle"/>
          </p:nvPr>
        </p:nvSpPr>
        <p:spPr>
          <a:xfrm>
            <a:off x="3236625" y="3912436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9" name="Google Shape;269;p33"/>
          <p:cNvSpPr txBox="1"/>
          <p:nvPr>
            <p:ph idx="4" type="subTitle"/>
          </p:nvPr>
        </p:nvSpPr>
        <p:spPr>
          <a:xfrm>
            <a:off x="6183150" y="1936752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70" name="Google Shape;270;p33"/>
          <p:cNvSpPr txBox="1"/>
          <p:nvPr>
            <p:ph idx="5" type="subTitle"/>
          </p:nvPr>
        </p:nvSpPr>
        <p:spPr>
          <a:xfrm>
            <a:off x="6183150" y="292065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71" name="Google Shape;271;p33"/>
          <p:cNvSpPr txBox="1"/>
          <p:nvPr>
            <p:ph idx="6" type="subTitle"/>
          </p:nvPr>
        </p:nvSpPr>
        <p:spPr>
          <a:xfrm>
            <a:off x="6183150" y="3912436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72" name="Google Shape;272;p33"/>
          <p:cNvSpPr txBox="1"/>
          <p:nvPr>
            <p:ph type="title"/>
          </p:nvPr>
        </p:nvSpPr>
        <p:spPr>
          <a:xfrm>
            <a:off x="3235425" y="474750"/>
            <a:ext cx="2860800" cy="1315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273" name="Google Shape;273;p33"/>
          <p:cNvSpPr txBox="1"/>
          <p:nvPr>
            <p:ph idx="7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74" name="Google Shape;274;p33"/>
          <p:cNvSpPr txBox="1"/>
          <p:nvPr>
            <p:ph idx="8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5" name="Google Shape;275;p3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BLANK_1_1_1_1_1_1_1_1_1_1_1_1_2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4"/>
          <p:cNvSpPr txBox="1"/>
          <p:nvPr>
            <p:ph idx="1" type="subTitle"/>
          </p:nvPr>
        </p:nvSpPr>
        <p:spPr>
          <a:xfrm>
            <a:off x="5537976" y="1421821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78" name="Google Shape;278;p34"/>
          <p:cNvSpPr txBox="1"/>
          <p:nvPr>
            <p:ph idx="2" type="subTitle"/>
          </p:nvPr>
        </p:nvSpPr>
        <p:spPr>
          <a:xfrm>
            <a:off x="5537976" y="1658233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79" name="Google Shape;279;p34"/>
          <p:cNvSpPr txBox="1"/>
          <p:nvPr>
            <p:ph idx="3" type="subTitle"/>
          </p:nvPr>
        </p:nvSpPr>
        <p:spPr>
          <a:xfrm>
            <a:off x="5537976" y="2185603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0" name="Google Shape;280;p34"/>
          <p:cNvSpPr txBox="1"/>
          <p:nvPr>
            <p:ph idx="4" type="subTitle"/>
          </p:nvPr>
        </p:nvSpPr>
        <p:spPr>
          <a:xfrm>
            <a:off x="5537976" y="2421696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81" name="Google Shape;281;p34"/>
          <p:cNvSpPr txBox="1"/>
          <p:nvPr>
            <p:ph idx="5" type="subTitle"/>
          </p:nvPr>
        </p:nvSpPr>
        <p:spPr>
          <a:xfrm>
            <a:off x="5537976" y="2954416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2" name="Google Shape;282;p34"/>
          <p:cNvSpPr txBox="1"/>
          <p:nvPr>
            <p:ph idx="6" type="subTitle"/>
          </p:nvPr>
        </p:nvSpPr>
        <p:spPr>
          <a:xfrm>
            <a:off x="5537976" y="3190509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83" name="Google Shape;283;p34"/>
          <p:cNvSpPr txBox="1"/>
          <p:nvPr>
            <p:ph idx="7" type="subTitle"/>
          </p:nvPr>
        </p:nvSpPr>
        <p:spPr>
          <a:xfrm>
            <a:off x="5537976" y="3717879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4" name="Google Shape;284;p34"/>
          <p:cNvSpPr txBox="1"/>
          <p:nvPr>
            <p:ph idx="8" type="subTitle"/>
          </p:nvPr>
        </p:nvSpPr>
        <p:spPr>
          <a:xfrm>
            <a:off x="5537976" y="3953971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85" name="Google Shape;285;p34"/>
          <p:cNvSpPr/>
          <p:nvPr/>
        </p:nvSpPr>
        <p:spPr>
          <a:xfrm rot="-5400000">
            <a:off x="-1276000" y="1266039"/>
            <a:ext cx="2537400" cy="25374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6" name="Google Shape;286;p34"/>
          <p:cNvSpPr/>
          <p:nvPr/>
        </p:nvSpPr>
        <p:spPr>
          <a:xfrm rot="-5400000">
            <a:off x="-5951" y="2536242"/>
            <a:ext cx="1267200" cy="126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7" name="Google Shape;287;p34"/>
          <p:cNvSpPr/>
          <p:nvPr/>
        </p:nvSpPr>
        <p:spPr>
          <a:xfrm>
            <a:off x="3244" y="3803442"/>
            <a:ext cx="1340100" cy="1340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8" name="Google Shape;288;p34"/>
          <p:cNvSpPr txBox="1"/>
          <p:nvPr>
            <p:ph type="title"/>
          </p:nvPr>
        </p:nvSpPr>
        <p:spPr>
          <a:xfrm>
            <a:off x="1582800" y="1485525"/>
            <a:ext cx="29892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89" name="Google Shape;289;p34"/>
          <p:cNvSpPr txBox="1"/>
          <p:nvPr>
            <p:ph idx="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0" name="Google Shape;290;p34"/>
          <p:cNvSpPr txBox="1"/>
          <p:nvPr>
            <p:ph idx="1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1" name="Google Shape;291;p34"/>
          <p:cNvSpPr txBox="1"/>
          <p:nvPr>
            <p:ph idx="1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2" name="Google Shape;292;p3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">
  <p:cSld name="CUSTOM_4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5"/>
          <p:cNvSpPr/>
          <p:nvPr>
            <p:ph idx="2" type="pic"/>
          </p:nvPr>
        </p:nvSpPr>
        <p:spPr>
          <a:xfrm>
            <a:off x="4162550" y="816050"/>
            <a:ext cx="1444500" cy="1444500"/>
          </a:xfrm>
          <a:prstGeom prst="round2DiagRect">
            <a:avLst>
              <a:gd fmla="val 0" name="adj1"/>
              <a:gd fmla="val 0" name="adj2"/>
            </a:avLst>
          </a:prstGeom>
          <a:noFill/>
          <a:ln>
            <a:noFill/>
          </a:ln>
        </p:spPr>
      </p:sp>
      <p:sp>
        <p:nvSpPr>
          <p:cNvPr id="295" name="Google Shape;295;p35"/>
          <p:cNvSpPr/>
          <p:nvPr>
            <p:ph idx="3" type="pic"/>
          </p:nvPr>
        </p:nvSpPr>
        <p:spPr>
          <a:xfrm>
            <a:off x="5788675" y="816050"/>
            <a:ext cx="1444500" cy="1444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6" name="Google Shape;296;p35"/>
          <p:cNvSpPr/>
          <p:nvPr>
            <p:ph idx="4" type="pic"/>
          </p:nvPr>
        </p:nvSpPr>
        <p:spPr>
          <a:xfrm>
            <a:off x="7414800" y="816050"/>
            <a:ext cx="1444500" cy="1444500"/>
          </a:xfrm>
          <a:prstGeom prst="round1Rect">
            <a:avLst>
              <a:gd fmla="val 30895" name="adj"/>
            </a:avLst>
          </a:prstGeom>
          <a:noFill/>
          <a:ln>
            <a:noFill/>
          </a:ln>
        </p:spPr>
      </p:sp>
      <p:sp>
        <p:nvSpPr>
          <p:cNvPr id="297" name="Google Shape;297;p35"/>
          <p:cNvSpPr/>
          <p:nvPr>
            <p:ph idx="5" type="pic"/>
          </p:nvPr>
        </p:nvSpPr>
        <p:spPr>
          <a:xfrm>
            <a:off x="2536475" y="2897400"/>
            <a:ext cx="1444500" cy="1444500"/>
          </a:xfrm>
          <a:prstGeom prst="round2DiagRect">
            <a:avLst>
              <a:gd fmla="val 0" name="adj1"/>
              <a:gd fmla="val 0" name="adj2"/>
            </a:avLst>
          </a:prstGeom>
          <a:noFill/>
          <a:ln>
            <a:noFill/>
          </a:ln>
        </p:spPr>
      </p:sp>
      <p:sp>
        <p:nvSpPr>
          <p:cNvPr id="298" name="Google Shape;298;p35"/>
          <p:cNvSpPr/>
          <p:nvPr>
            <p:ph idx="6" type="pic"/>
          </p:nvPr>
        </p:nvSpPr>
        <p:spPr>
          <a:xfrm>
            <a:off x="4162600" y="2897400"/>
            <a:ext cx="1444500" cy="1444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9" name="Google Shape;299;p35"/>
          <p:cNvSpPr/>
          <p:nvPr>
            <p:ph idx="7" type="pic"/>
          </p:nvPr>
        </p:nvSpPr>
        <p:spPr>
          <a:xfrm>
            <a:off x="5788725" y="2897400"/>
            <a:ext cx="1444500" cy="1444500"/>
          </a:xfrm>
          <a:prstGeom prst="round1Rect">
            <a:avLst>
              <a:gd fmla="val 30895" name="adj"/>
            </a:avLst>
          </a:prstGeom>
          <a:noFill/>
          <a:ln>
            <a:noFill/>
          </a:ln>
        </p:spPr>
      </p:sp>
      <p:sp>
        <p:nvSpPr>
          <p:cNvPr id="300" name="Google Shape;300;p35"/>
          <p:cNvSpPr txBox="1"/>
          <p:nvPr>
            <p:ph idx="1" type="subTitle"/>
          </p:nvPr>
        </p:nvSpPr>
        <p:spPr>
          <a:xfrm>
            <a:off x="4162750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01" name="Google Shape;301;p35"/>
          <p:cNvSpPr txBox="1"/>
          <p:nvPr>
            <p:ph idx="8" type="subTitle"/>
          </p:nvPr>
        </p:nvSpPr>
        <p:spPr>
          <a:xfrm>
            <a:off x="4162750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2" name="Google Shape;302;p35"/>
          <p:cNvSpPr txBox="1"/>
          <p:nvPr>
            <p:ph idx="9" type="subTitle"/>
          </p:nvPr>
        </p:nvSpPr>
        <p:spPr>
          <a:xfrm>
            <a:off x="253662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03" name="Google Shape;303;p35"/>
          <p:cNvSpPr txBox="1"/>
          <p:nvPr>
            <p:ph idx="13" type="subTitle"/>
          </p:nvPr>
        </p:nvSpPr>
        <p:spPr>
          <a:xfrm>
            <a:off x="253662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4" name="Google Shape;304;p35"/>
          <p:cNvSpPr txBox="1"/>
          <p:nvPr>
            <p:ph idx="14" type="subTitle"/>
          </p:nvPr>
        </p:nvSpPr>
        <p:spPr>
          <a:xfrm>
            <a:off x="5788775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05" name="Google Shape;305;p35"/>
          <p:cNvSpPr txBox="1"/>
          <p:nvPr>
            <p:ph idx="15" type="subTitle"/>
          </p:nvPr>
        </p:nvSpPr>
        <p:spPr>
          <a:xfrm>
            <a:off x="5788775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6" name="Google Shape;306;p35"/>
          <p:cNvSpPr txBox="1"/>
          <p:nvPr>
            <p:ph idx="16" type="subTitle"/>
          </p:nvPr>
        </p:nvSpPr>
        <p:spPr>
          <a:xfrm>
            <a:off x="7414800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07" name="Google Shape;307;p35"/>
          <p:cNvSpPr txBox="1"/>
          <p:nvPr>
            <p:ph idx="17" type="subTitle"/>
          </p:nvPr>
        </p:nvSpPr>
        <p:spPr>
          <a:xfrm>
            <a:off x="7414800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8" name="Google Shape;308;p35"/>
          <p:cNvSpPr txBox="1"/>
          <p:nvPr>
            <p:ph idx="18" type="subTitle"/>
          </p:nvPr>
        </p:nvSpPr>
        <p:spPr>
          <a:xfrm>
            <a:off x="416267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09" name="Google Shape;309;p35"/>
          <p:cNvSpPr txBox="1"/>
          <p:nvPr>
            <p:ph idx="19" type="subTitle"/>
          </p:nvPr>
        </p:nvSpPr>
        <p:spPr>
          <a:xfrm>
            <a:off x="416267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0" name="Google Shape;310;p35"/>
          <p:cNvSpPr txBox="1"/>
          <p:nvPr>
            <p:ph idx="20" type="subTitle"/>
          </p:nvPr>
        </p:nvSpPr>
        <p:spPr>
          <a:xfrm>
            <a:off x="578872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11" name="Google Shape;311;p35"/>
          <p:cNvSpPr txBox="1"/>
          <p:nvPr>
            <p:ph idx="21" type="subTitle"/>
          </p:nvPr>
        </p:nvSpPr>
        <p:spPr>
          <a:xfrm>
            <a:off x="578872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2" name="Google Shape;312;p35"/>
          <p:cNvSpPr txBox="1"/>
          <p:nvPr>
            <p:ph type="title"/>
          </p:nvPr>
        </p:nvSpPr>
        <p:spPr>
          <a:xfrm>
            <a:off x="284700" y="573428"/>
            <a:ext cx="3877800" cy="190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9pPr>
          </a:lstStyle>
          <a:p/>
        </p:txBody>
      </p:sp>
      <p:sp>
        <p:nvSpPr>
          <p:cNvPr id="313" name="Google Shape;313;p35"/>
          <p:cNvSpPr txBox="1"/>
          <p:nvPr>
            <p:ph idx="22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4" name="Google Shape;314;p35"/>
          <p:cNvSpPr txBox="1"/>
          <p:nvPr>
            <p:ph idx="2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5" name="Google Shape;315;p35"/>
          <p:cNvSpPr txBox="1"/>
          <p:nvPr>
            <p:ph idx="2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6" name="Google Shape;316;p3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- Alt 1">
  <p:cSld name="CUSTOM_4_1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6"/>
          <p:cNvSpPr/>
          <p:nvPr>
            <p:ph idx="2" type="pic"/>
          </p:nvPr>
        </p:nvSpPr>
        <p:spPr>
          <a:xfrm>
            <a:off x="284700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319" name="Google Shape;319;p36"/>
          <p:cNvSpPr/>
          <p:nvPr>
            <p:ph idx="3" type="pic"/>
          </p:nvPr>
        </p:nvSpPr>
        <p:spPr>
          <a:xfrm>
            <a:off x="2163625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320" name="Google Shape;320;p36"/>
          <p:cNvSpPr/>
          <p:nvPr>
            <p:ph idx="4" type="pic"/>
          </p:nvPr>
        </p:nvSpPr>
        <p:spPr>
          <a:xfrm>
            <a:off x="4087000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321" name="Google Shape;321;p36"/>
          <p:cNvSpPr/>
          <p:nvPr>
            <p:ph idx="5" type="pic"/>
          </p:nvPr>
        </p:nvSpPr>
        <p:spPr>
          <a:xfrm>
            <a:off x="5960425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322" name="Google Shape;322;p36"/>
          <p:cNvSpPr txBox="1"/>
          <p:nvPr>
            <p:ph idx="1" type="subTitle"/>
          </p:nvPr>
        </p:nvSpPr>
        <p:spPr>
          <a:xfrm>
            <a:off x="28347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3" name="Google Shape;323;p36"/>
          <p:cNvSpPr txBox="1"/>
          <p:nvPr>
            <p:ph idx="6" type="subTitle"/>
          </p:nvPr>
        </p:nvSpPr>
        <p:spPr>
          <a:xfrm>
            <a:off x="216297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4" name="Google Shape;324;p36"/>
          <p:cNvSpPr txBox="1"/>
          <p:nvPr>
            <p:ph idx="7" type="subTitle"/>
          </p:nvPr>
        </p:nvSpPr>
        <p:spPr>
          <a:xfrm>
            <a:off x="408632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5" name="Google Shape;325;p36"/>
          <p:cNvSpPr txBox="1"/>
          <p:nvPr>
            <p:ph idx="8" type="subTitle"/>
          </p:nvPr>
        </p:nvSpPr>
        <p:spPr>
          <a:xfrm>
            <a:off x="596042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6" name="Google Shape;326;p36"/>
          <p:cNvSpPr txBox="1"/>
          <p:nvPr>
            <p:ph idx="9" type="body"/>
          </p:nvPr>
        </p:nvSpPr>
        <p:spPr>
          <a:xfrm>
            <a:off x="285350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7" name="Google Shape;327;p36"/>
          <p:cNvSpPr txBox="1"/>
          <p:nvPr>
            <p:ph idx="13" type="body"/>
          </p:nvPr>
        </p:nvSpPr>
        <p:spPr>
          <a:xfrm>
            <a:off x="2162975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8" name="Google Shape;328;p36"/>
          <p:cNvSpPr txBox="1"/>
          <p:nvPr>
            <p:ph idx="14" type="body"/>
          </p:nvPr>
        </p:nvSpPr>
        <p:spPr>
          <a:xfrm>
            <a:off x="4087000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9" name="Google Shape;329;p36"/>
          <p:cNvSpPr txBox="1"/>
          <p:nvPr>
            <p:ph idx="15" type="body"/>
          </p:nvPr>
        </p:nvSpPr>
        <p:spPr>
          <a:xfrm>
            <a:off x="5960425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30" name="Google Shape;330;p36"/>
          <p:cNvSpPr txBox="1"/>
          <p:nvPr>
            <p:ph idx="16" type="subTitle"/>
          </p:nvPr>
        </p:nvSpPr>
        <p:spPr>
          <a:xfrm>
            <a:off x="28347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31" name="Google Shape;331;p36"/>
          <p:cNvSpPr txBox="1"/>
          <p:nvPr>
            <p:ph idx="17" type="subTitle"/>
          </p:nvPr>
        </p:nvSpPr>
        <p:spPr>
          <a:xfrm>
            <a:off x="216297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32" name="Google Shape;332;p36"/>
          <p:cNvSpPr txBox="1"/>
          <p:nvPr>
            <p:ph idx="18" type="subTitle"/>
          </p:nvPr>
        </p:nvSpPr>
        <p:spPr>
          <a:xfrm>
            <a:off x="408632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33" name="Google Shape;333;p36"/>
          <p:cNvSpPr txBox="1"/>
          <p:nvPr>
            <p:ph idx="19" type="subTitle"/>
          </p:nvPr>
        </p:nvSpPr>
        <p:spPr>
          <a:xfrm>
            <a:off x="596042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34" name="Google Shape;334;p36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335" name="Google Shape;335;p36"/>
          <p:cNvSpPr txBox="1"/>
          <p:nvPr>
            <p:ph idx="20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36" name="Google Shape;336;p36"/>
          <p:cNvSpPr txBox="1"/>
          <p:nvPr>
            <p:ph idx="21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37" name="Google Shape;337;p36"/>
          <p:cNvSpPr txBox="1"/>
          <p:nvPr>
            <p:ph idx="22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38" name="Google Shape;338;p3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">
  <p:cSld name="CUSTOM_5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7"/>
          <p:cNvSpPr/>
          <p:nvPr>
            <p:ph idx="2" type="pic"/>
          </p:nvPr>
        </p:nvSpPr>
        <p:spPr>
          <a:xfrm>
            <a:off x="46987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1" name="Google Shape;341;p37"/>
          <p:cNvSpPr/>
          <p:nvPr>
            <p:ph idx="3" type="pic"/>
          </p:nvPr>
        </p:nvSpPr>
        <p:spPr>
          <a:xfrm>
            <a:off x="88845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2" name="Google Shape;342;p37"/>
          <p:cNvSpPr/>
          <p:nvPr>
            <p:ph idx="4" type="pic"/>
          </p:nvPr>
        </p:nvSpPr>
        <p:spPr>
          <a:xfrm>
            <a:off x="130702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3" name="Google Shape;343;p37"/>
          <p:cNvSpPr/>
          <p:nvPr>
            <p:ph idx="5" type="pic"/>
          </p:nvPr>
        </p:nvSpPr>
        <p:spPr>
          <a:xfrm>
            <a:off x="46987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4" name="Google Shape;344;p37"/>
          <p:cNvSpPr/>
          <p:nvPr>
            <p:ph idx="6" type="pic"/>
          </p:nvPr>
        </p:nvSpPr>
        <p:spPr>
          <a:xfrm>
            <a:off x="88845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5" name="Google Shape;345;p37"/>
          <p:cNvSpPr/>
          <p:nvPr>
            <p:ph idx="7" type="pic"/>
          </p:nvPr>
        </p:nvSpPr>
        <p:spPr>
          <a:xfrm>
            <a:off x="130702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6" name="Google Shape;346;p37"/>
          <p:cNvSpPr/>
          <p:nvPr>
            <p:ph idx="8" type="pic"/>
          </p:nvPr>
        </p:nvSpPr>
        <p:spPr>
          <a:xfrm>
            <a:off x="333070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7" name="Google Shape;347;p37"/>
          <p:cNvSpPr/>
          <p:nvPr>
            <p:ph idx="9" type="pic"/>
          </p:nvPr>
        </p:nvSpPr>
        <p:spPr>
          <a:xfrm>
            <a:off x="374927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8" name="Google Shape;348;p37"/>
          <p:cNvSpPr/>
          <p:nvPr>
            <p:ph idx="13" type="pic"/>
          </p:nvPr>
        </p:nvSpPr>
        <p:spPr>
          <a:xfrm>
            <a:off x="416785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9" name="Google Shape;349;p37"/>
          <p:cNvSpPr/>
          <p:nvPr>
            <p:ph idx="14" type="pic"/>
          </p:nvPr>
        </p:nvSpPr>
        <p:spPr>
          <a:xfrm>
            <a:off x="333070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0" name="Google Shape;350;p37"/>
          <p:cNvSpPr/>
          <p:nvPr>
            <p:ph idx="15" type="pic"/>
          </p:nvPr>
        </p:nvSpPr>
        <p:spPr>
          <a:xfrm>
            <a:off x="374927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1" name="Google Shape;351;p37"/>
          <p:cNvSpPr/>
          <p:nvPr>
            <p:ph idx="16" type="pic"/>
          </p:nvPr>
        </p:nvSpPr>
        <p:spPr>
          <a:xfrm>
            <a:off x="416785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2" name="Google Shape;352;p37"/>
          <p:cNvSpPr/>
          <p:nvPr>
            <p:ph idx="17" type="pic"/>
          </p:nvPr>
        </p:nvSpPr>
        <p:spPr>
          <a:xfrm>
            <a:off x="46987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3" name="Google Shape;353;p37"/>
          <p:cNvSpPr/>
          <p:nvPr>
            <p:ph idx="18" type="pic"/>
          </p:nvPr>
        </p:nvSpPr>
        <p:spPr>
          <a:xfrm>
            <a:off x="88845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4" name="Google Shape;354;p37"/>
          <p:cNvSpPr/>
          <p:nvPr>
            <p:ph idx="19" type="pic"/>
          </p:nvPr>
        </p:nvSpPr>
        <p:spPr>
          <a:xfrm>
            <a:off x="130702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5" name="Google Shape;355;p37"/>
          <p:cNvSpPr/>
          <p:nvPr>
            <p:ph idx="20" type="pic"/>
          </p:nvPr>
        </p:nvSpPr>
        <p:spPr>
          <a:xfrm>
            <a:off x="46987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6" name="Google Shape;356;p37"/>
          <p:cNvSpPr/>
          <p:nvPr>
            <p:ph idx="21" type="pic"/>
          </p:nvPr>
        </p:nvSpPr>
        <p:spPr>
          <a:xfrm>
            <a:off x="88845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7" name="Google Shape;357;p37"/>
          <p:cNvSpPr/>
          <p:nvPr>
            <p:ph idx="22" type="pic"/>
          </p:nvPr>
        </p:nvSpPr>
        <p:spPr>
          <a:xfrm>
            <a:off x="130702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8" name="Google Shape;358;p37"/>
          <p:cNvSpPr/>
          <p:nvPr>
            <p:ph idx="23" type="pic"/>
          </p:nvPr>
        </p:nvSpPr>
        <p:spPr>
          <a:xfrm>
            <a:off x="333070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9" name="Google Shape;359;p37"/>
          <p:cNvSpPr/>
          <p:nvPr>
            <p:ph idx="24" type="pic"/>
          </p:nvPr>
        </p:nvSpPr>
        <p:spPr>
          <a:xfrm>
            <a:off x="374927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0" name="Google Shape;360;p37"/>
          <p:cNvSpPr/>
          <p:nvPr>
            <p:ph idx="25" type="pic"/>
          </p:nvPr>
        </p:nvSpPr>
        <p:spPr>
          <a:xfrm>
            <a:off x="416785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1" name="Google Shape;361;p37"/>
          <p:cNvSpPr/>
          <p:nvPr>
            <p:ph idx="26" type="pic"/>
          </p:nvPr>
        </p:nvSpPr>
        <p:spPr>
          <a:xfrm>
            <a:off x="333070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2" name="Google Shape;362;p37"/>
          <p:cNvSpPr/>
          <p:nvPr>
            <p:ph idx="27" type="pic"/>
          </p:nvPr>
        </p:nvSpPr>
        <p:spPr>
          <a:xfrm>
            <a:off x="374927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3" name="Google Shape;363;p37"/>
          <p:cNvSpPr/>
          <p:nvPr>
            <p:ph idx="28" type="pic"/>
          </p:nvPr>
        </p:nvSpPr>
        <p:spPr>
          <a:xfrm>
            <a:off x="416785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4" name="Google Shape;364;p37"/>
          <p:cNvSpPr txBox="1"/>
          <p:nvPr>
            <p:ph type="title"/>
          </p:nvPr>
        </p:nvSpPr>
        <p:spPr>
          <a:xfrm>
            <a:off x="469875" y="1570725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5" name="Google Shape;365;p37"/>
          <p:cNvSpPr txBox="1"/>
          <p:nvPr>
            <p:ph idx="29" type="title"/>
          </p:nvPr>
        </p:nvSpPr>
        <p:spPr>
          <a:xfrm>
            <a:off x="469875" y="3406431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6" name="Google Shape;366;p37"/>
          <p:cNvSpPr txBox="1"/>
          <p:nvPr>
            <p:ph idx="30" type="title"/>
          </p:nvPr>
        </p:nvSpPr>
        <p:spPr>
          <a:xfrm>
            <a:off x="3330700" y="3406431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b="1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7" name="Google Shape;367;p37"/>
          <p:cNvSpPr txBox="1"/>
          <p:nvPr>
            <p:ph idx="31" type="title"/>
          </p:nvPr>
        </p:nvSpPr>
        <p:spPr>
          <a:xfrm>
            <a:off x="3330700" y="1570725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b="1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8" name="Google Shape;368;p37"/>
          <p:cNvSpPr txBox="1"/>
          <p:nvPr>
            <p:ph idx="32"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369" name="Google Shape;369;p37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70" name="Google Shape;370;p37"/>
          <p:cNvSpPr txBox="1"/>
          <p:nvPr>
            <p:ph idx="3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71" name="Google Shape;371;p37"/>
          <p:cNvSpPr txBox="1"/>
          <p:nvPr>
            <p:ph idx="3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72" name="Google Shape;372;p3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 - Alt 1">
  <p:cSld name="CUSTOM_6"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Google Shape;374;p38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1701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75" name="Google Shape;375;p38"/>
          <p:cNvSpPr/>
          <p:nvPr>
            <p:ph idx="2" type="pic"/>
          </p:nvPr>
        </p:nvSpPr>
        <p:spPr>
          <a:xfrm>
            <a:off x="1701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76" name="Google Shape;376;p38"/>
          <p:cNvSpPr txBox="1"/>
          <p:nvPr>
            <p:ph idx="1" type="subTitle"/>
          </p:nvPr>
        </p:nvSpPr>
        <p:spPr>
          <a:xfrm>
            <a:off x="425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7" name="Google Shape;377;p38"/>
          <p:cNvSpPr txBox="1"/>
          <p:nvPr>
            <p:ph idx="3" type="subTitle"/>
          </p:nvPr>
        </p:nvSpPr>
        <p:spPr>
          <a:xfrm>
            <a:off x="425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78" name="Google Shape;378;p38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4206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79" name="Google Shape;379;p38"/>
          <p:cNvSpPr/>
          <p:nvPr>
            <p:ph idx="4" type="pic"/>
          </p:nvPr>
        </p:nvSpPr>
        <p:spPr>
          <a:xfrm>
            <a:off x="4206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0" name="Google Shape;380;p38"/>
          <p:cNvSpPr txBox="1"/>
          <p:nvPr>
            <p:ph idx="5" type="subTitle"/>
          </p:nvPr>
        </p:nvSpPr>
        <p:spPr>
          <a:xfrm>
            <a:off x="2930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1" name="Google Shape;381;p38"/>
          <p:cNvSpPr txBox="1"/>
          <p:nvPr>
            <p:ph idx="6" type="subTitle"/>
          </p:nvPr>
        </p:nvSpPr>
        <p:spPr>
          <a:xfrm>
            <a:off x="2930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82" name="Google Shape;382;p38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6711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83" name="Google Shape;383;p38"/>
          <p:cNvSpPr/>
          <p:nvPr>
            <p:ph idx="7" type="pic"/>
          </p:nvPr>
        </p:nvSpPr>
        <p:spPr>
          <a:xfrm>
            <a:off x="6711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4" name="Google Shape;384;p38"/>
          <p:cNvSpPr txBox="1"/>
          <p:nvPr>
            <p:ph idx="8" type="subTitle"/>
          </p:nvPr>
        </p:nvSpPr>
        <p:spPr>
          <a:xfrm>
            <a:off x="5435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5" name="Google Shape;385;p38"/>
          <p:cNvSpPr txBox="1"/>
          <p:nvPr>
            <p:ph idx="9" type="subTitle"/>
          </p:nvPr>
        </p:nvSpPr>
        <p:spPr>
          <a:xfrm>
            <a:off x="5435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86" name="Google Shape;386;p38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1701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87" name="Google Shape;387;p38"/>
          <p:cNvSpPr/>
          <p:nvPr>
            <p:ph idx="13" type="pic"/>
          </p:nvPr>
        </p:nvSpPr>
        <p:spPr>
          <a:xfrm>
            <a:off x="1701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8" name="Google Shape;388;p38"/>
          <p:cNvSpPr txBox="1"/>
          <p:nvPr>
            <p:ph idx="14" type="subTitle"/>
          </p:nvPr>
        </p:nvSpPr>
        <p:spPr>
          <a:xfrm>
            <a:off x="425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9" name="Google Shape;389;p38"/>
          <p:cNvSpPr txBox="1"/>
          <p:nvPr>
            <p:ph idx="15" type="subTitle"/>
          </p:nvPr>
        </p:nvSpPr>
        <p:spPr>
          <a:xfrm>
            <a:off x="425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90" name="Google Shape;390;p38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4206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91" name="Google Shape;391;p38"/>
          <p:cNvSpPr/>
          <p:nvPr>
            <p:ph idx="16" type="pic"/>
          </p:nvPr>
        </p:nvSpPr>
        <p:spPr>
          <a:xfrm>
            <a:off x="4206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2" name="Google Shape;392;p38"/>
          <p:cNvSpPr txBox="1"/>
          <p:nvPr>
            <p:ph idx="17" type="subTitle"/>
          </p:nvPr>
        </p:nvSpPr>
        <p:spPr>
          <a:xfrm>
            <a:off x="2930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3" name="Google Shape;393;p38"/>
          <p:cNvSpPr txBox="1"/>
          <p:nvPr>
            <p:ph idx="18" type="subTitle"/>
          </p:nvPr>
        </p:nvSpPr>
        <p:spPr>
          <a:xfrm>
            <a:off x="2930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94" name="Google Shape;394;p38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6711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95" name="Google Shape;395;p38"/>
          <p:cNvSpPr/>
          <p:nvPr>
            <p:ph idx="19" type="pic"/>
          </p:nvPr>
        </p:nvSpPr>
        <p:spPr>
          <a:xfrm>
            <a:off x="6711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6" name="Google Shape;396;p38"/>
          <p:cNvSpPr txBox="1"/>
          <p:nvPr>
            <p:ph idx="20" type="subTitle"/>
          </p:nvPr>
        </p:nvSpPr>
        <p:spPr>
          <a:xfrm>
            <a:off x="5435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7" name="Google Shape;397;p38"/>
          <p:cNvSpPr txBox="1"/>
          <p:nvPr>
            <p:ph idx="21" type="subTitle"/>
          </p:nvPr>
        </p:nvSpPr>
        <p:spPr>
          <a:xfrm>
            <a:off x="5435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98" name="Google Shape;398;p38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1701300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99" name="Google Shape;399;p38"/>
          <p:cNvSpPr/>
          <p:nvPr>
            <p:ph idx="22" type="pic"/>
          </p:nvPr>
        </p:nvSpPr>
        <p:spPr>
          <a:xfrm>
            <a:off x="1701300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00" name="Google Shape;400;p38"/>
          <p:cNvSpPr txBox="1"/>
          <p:nvPr>
            <p:ph idx="23" type="subTitle"/>
          </p:nvPr>
        </p:nvSpPr>
        <p:spPr>
          <a:xfrm>
            <a:off x="425050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01" name="Google Shape;401;p38"/>
          <p:cNvSpPr txBox="1"/>
          <p:nvPr>
            <p:ph idx="24" type="subTitle"/>
          </p:nvPr>
        </p:nvSpPr>
        <p:spPr>
          <a:xfrm>
            <a:off x="425050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402" name="Google Shape;402;p38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4214044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403" name="Google Shape;403;p38"/>
          <p:cNvSpPr/>
          <p:nvPr>
            <p:ph idx="25" type="pic"/>
          </p:nvPr>
        </p:nvSpPr>
        <p:spPr>
          <a:xfrm>
            <a:off x="4214044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04" name="Google Shape;404;p38"/>
          <p:cNvSpPr txBox="1"/>
          <p:nvPr>
            <p:ph idx="26" type="subTitle"/>
          </p:nvPr>
        </p:nvSpPr>
        <p:spPr>
          <a:xfrm>
            <a:off x="2937794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05" name="Google Shape;405;p38"/>
          <p:cNvSpPr txBox="1"/>
          <p:nvPr>
            <p:ph idx="27" type="subTitle"/>
          </p:nvPr>
        </p:nvSpPr>
        <p:spPr>
          <a:xfrm>
            <a:off x="2937794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406" name="Google Shape;406;p38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6719044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407" name="Google Shape;407;p38"/>
          <p:cNvSpPr/>
          <p:nvPr>
            <p:ph idx="28" type="pic"/>
          </p:nvPr>
        </p:nvSpPr>
        <p:spPr>
          <a:xfrm>
            <a:off x="6719044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08" name="Google Shape;408;p38"/>
          <p:cNvSpPr txBox="1"/>
          <p:nvPr>
            <p:ph idx="29" type="subTitle"/>
          </p:nvPr>
        </p:nvSpPr>
        <p:spPr>
          <a:xfrm>
            <a:off x="5442794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09" name="Google Shape;409;p38"/>
          <p:cNvSpPr txBox="1"/>
          <p:nvPr>
            <p:ph idx="30" type="subTitle"/>
          </p:nvPr>
        </p:nvSpPr>
        <p:spPr>
          <a:xfrm>
            <a:off x="5442794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10" name="Google Shape;410;p38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1" name="Google Shape;411;p38"/>
          <p:cNvSpPr txBox="1"/>
          <p:nvPr>
            <p:ph idx="3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12" name="Google Shape;412;p38"/>
          <p:cNvSpPr txBox="1"/>
          <p:nvPr>
            <p:ph idx="3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13" name="Google Shape;413;p38"/>
          <p:cNvSpPr txBox="1"/>
          <p:nvPr>
            <p:ph idx="3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4" name="Google Shape;414;p3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 - Alt 2">
  <p:cSld name="CUSTOM_6_1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9"/>
          <p:cNvSpPr txBox="1"/>
          <p:nvPr>
            <p:ph idx="1" type="subTitle"/>
          </p:nvPr>
        </p:nvSpPr>
        <p:spPr>
          <a:xfrm>
            <a:off x="284700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7" name="Google Shape;417;p39"/>
          <p:cNvSpPr txBox="1"/>
          <p:nvPr>
            <p:ph idx="2" type="subTitle"/>
          </p:nvPr>
        </p:nvSpPr>
        <p:spPr>
          <a:xfrm>
            <a:off x="3375375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8" name="Google Shape;418;p39"/>
          <p:cNvSpPr txBox="1"/>
          <p:nvPr>
            <p:ph idx="3" type="subTitle"/>
          </p:nvPr>
        </p:nvSpPr>
        <p:spPr>
          <a:xfrm>
            <a:off x="6350375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9" name="Google Shape;419;p39"/>
          <p:cNvSpPr/>
          <p:nvPr>
            <p:ph idx="4" type="pic"/>
          </p:nvPr>
        </p:nvSpPr>
        <p:spPr>
          <a:xfrm>
            <a:off x="1811447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20" name="Google Shape;420;p39"/>
          <p:cNvSpPr txBox="1"/>
          <p:nvPr>
            <p:ph idx="5" type="subTitle"/>
          </p:nvPr>
        </p:nvSpPr>
        <p:spPr>
          <a:xfrm>
            <a:off x="535197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21" name="Google Shape;421;p39"/>
          <p:cNvSpPr txBox="1"/>
          <p:nvPr>
            <p:ph idx="6" type="subTitle"/>
          </p:nvPr>
        </p:nvSpPr>
        <p:spPr>
          <a:xfrm>
            <a:off x="535197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22" name="Google Shape;422;p39"/>
          <p:cNvSpPr/>
          <p:nvPr>
            <p:ph idx="7" type="pic"/>
          </p:nvPr>
        </p:nvSpPr>
        <p:spPr>
          <a:xfrm>
            <a:off x="1811447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23" name="Google Shape;423;p39"/>
          <p:cNvSpPr txBox="1"/>
          <p:nvPr>
            <p:ph idx="8" type="subTitle"/>
          </p:nvPr>
        </p:nvSpPr>
        <p:spPr>
          <a:xfrm>
            <a:off x="535197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24" name="Google Shape;424;p39"/>
          <p:cNvSpPr txBox="1"/>
          <p:nvPr>
            <p:ph idx="9" type="subTitle"/>
          </p:nvPr>
        </p:nvSpPr>
        <p:spPr>
          <a:xfrm>
            <a:off x="535197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25" name="Google Shape;425;p39"/>
          <p:cNvSpPr/>
          <p:nvPr>
            <p:ph idx="13" type="pic"/>
          </p:nvPr>
        </p:nvSpPr>
        <p:spPr>
          <a:xfrm>
            <a:off x="1811447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26" name="Google Shape;426;p39"/>
          <p:cNvSpPr txBox="1"/>
          <p:nvPr>
            <p:ph idx="14" type="subTitle"/>
          </p:nvPr>
        </p:nvSpPr>
        <p:spPr>
          <a:xfrm>
            <a:off x="535197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27" name="Google Shape;427;p39"/>
          <p:cNvSpPr txBox="1"/>
          <p:nvPr>
            <p:ph idx="15" type="subTitle"/>
          </p:nvPr>
        </p:nvSpPr>
        <p:spPr>
          <a:xfrm>
            <a:off x="535197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28" name="Google Shape;428;p39"/>
          <p:cNvSpPr/>
          <p:nvPr>
            <p:ph idx="16" type="pic"/>
          </p:nvPr>
        </p:nvSpPr>
        <p:spPr>
          <a:xfrm>
            <a:off x="4913135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29" name="Google Shape;429;p39"/>
          <p:cNvSpPr txBox="1"/>
          <p:nvPr>
            <p:ph idx="17" type="subTitle"/>
          </p:nvPr>
        </p:nvSpPr>
        <p:spPr>
          <a:xfrm>
            <a:off x="3636885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0" name="Google Shape;430;p39"/>
          <p:cNvSpPr txBox="1"/>
          <p:nvPr>
            <p:ph idx="18" type="subTitle"/>
          </p:nvPr>
        </p:nvSpPr>
        <p:spPr>
          <a:xfrm>
            <a:off x="3636885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1" name="Google Shape;431;p39"/>
          <p:cNvSpPr/>
          <p:nvPr>
            <p:ph idx="19" type="pic"/>
          </p:nvPr>
        </p:nvSpPr>
        <p:spPr>
          <a:xfrm>
            <a:off x="4913135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32" name="Google Shape;432;p39"/>
          <p:cNvSpPr txBox="1"/>
          <p:nvPr>
            <p:ph idx="20" type="subTitle"/>
          </p:nvPr>
        </p:nvSpPr>
        <p:spPr>
          <a:xfrm>
            <a:off x="3636885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3" name="Google Shape;433;p39"/>
          <p:cNvSpPr txBox="1"/>
          <p:nvPr>
            <p:ph idx="21" type="subTitle"/>
          </p:nvPr>
        </p:nvSpPr>
        <p:spPr>
          <a:xfrm>
            <a:off x="3636885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4" name="Google Shape;434;p39"/>
          <p:cNvSpPr/>
          <p:nvPr>
            <p:ph idx="22" type="pic"/>
          </p:nvPr>
        </p:nvSpPr>
        <p:spPr>
          <a:xfrm>
            <a:off x="4913135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35" name="Google Shape;435;p39"/>
          <p:cNvSpPr txBox="1"/>
          <p:nvPr>
            <p:ph idx="23" type="subTitle"/>
          </p:nvPr>
        </p:nvSpPr>
        <p:spPr>
          <a:xfrm>
            <a:off x="3636885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6" name="Google Shape;436;p39"/>
          <p:cNvSpPr txBox="1"/>
          <p:nvPr>
            <p:ph idx="24" type="subTitle"/>
          </p:nvPr>
        </p:nvSpPr>
        <p:spPr>
          <a:xfrm>
            <a:off x="3636885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7" name="Google Shape;437;p39"/>
          <p:cNvSpPr/>
          <p:nvPr>
            <p:ph idx="25" type="pic"/>
          </p:nvPr>
        </p:nvSpPr>
        <p:spPr>
          <a:xfrm>
            <a:off x="7877122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38" name="Google Shape;438;p39"/>
          <p:cNvSpPr txBox="1"/>
          <p:nvPr>
            <p:ph idx="26" type="subTitle"/>
          </p:nvPr>
        </p:nvSpPr>
        <p:spPr>
          <a:xfrm>
            <a:off x="6600872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9" name="Google Shape;439;p39"/>
          <p:cNvSpPr txBox="1"/>
          <p:nvPr>
            <p:ph idx="27" type="subTitle"/>
          </p:nvPr>
        </p:nvSpPr>
        <p:spPr>
          <a:xfrm>
            <a:off x="6600872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40" name="Google Shape;440;p39"/>
          <p:cNvSpPr/>
          <p:nvPr>
            <p:ph idx="28" type="pic"/>
          </p:nvPr>
        </p:nvSpPr>
        <p:spPr>
          <a:xfrm>
            <a:off x="7877122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41" name="Google Shape;441;p39"/>
          <p:cNvSpPr txBox="1"/>
          <p:nvPr>
            <p:ph idx="29" type="subTitle"/>
          </p:nvPr>
        </p:nvSpPr>
        <p:spPr>
          <a:xfrm>
            <a:off x="6600872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2" name="Google Shape;442;p39"/>
          <p:cNvSpPr txBox="1"/>
          <p:nvPr>
            <p:ph idx="30" type="subTitle"/>
          </p:nvPr>
        </p:nvSpPr>
        <p:spPr>
          <a:xfrm>
            <a:off x="6600872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43" name="Google Shape;443;p39"/>
          <p:cNvSpPr/>
          <p:nvPr>
            <p:ph idx="31" type="pic"/>
          </p:nvPr>
        </p:nvSpPr>
        <p:spPr>
          <a:xfrm>
            <a:off x="7877122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44" name="Google Shape;444;p39"/>
          <p:cNvSpPr txBox="1"/>
          <p:nvPr>
            <p:ph idx="32" type="subTitle"/>
          </p:nvPr>
        </p:nvSpPr>
        <p:spPr>
          <a:xfrm>
            <a:off x="6600872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5" name="Google Shape;445;p39"/>
          <p:cNvSpPr txBox="1"/>
          <p:nvPr>
            <p:ph idx="33" type="subTitle"/>
          </p:nvPr>
        </p:nvSpPr>
        <p:spPr>
          <a:xfrm>
            <a:off x="6600872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46" name="Google Shape;446;p39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47" name="Google Shape;447;p39"/>
          <p:cNvSpPr txBox="1"/>
          <p:nvPr>
            <p:ph idx="3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48" name="Google Shape;448;p39"/>
          <p:cNvSpPr txBox="1"/>
          <p:nvPr>
            <p:ph idx="3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49" name="Google Shape;449;p39"/>
          <p:cNvSpPr txBox="1"/>
          <p:nvPr>
            <p:ph idx="3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50" name="Google Shape;450;p3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ll title only">
  <p:cSld name="TITLE_1_1_4_2"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0"/>
          <p:cNvSpPr txBox="1"/>
          <p:nvPr>
            <p:ph type="title"/>
          </p:nvPr>
        </p:nvSpPr>
        <p:spPr>
          <a:xfrm>
            <a:off x="283475" y="300013"/>
            <a:ext cx="4382400" cy="4338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53" name="Google Shape;453;p40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54" name="Google Shape;454;p40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55" name="Google Shape;455;p40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56" name="Google Shape;456;p4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objectives">
  <p:cSld name="TITLE_1_1_4_1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1"/>
          <p:cNvSpPr txBox="1"/>
          <p:nvPr>
            <p:ph idx="1" type="subTitle"/>
          </p:nvPr>
        </p:nvSpPr>
        <p:spPr>
          <a:xfrm>
            <a:off x="284700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59" name="Google Shape;459;p41"/>
          <p:cNvSpPr txBox="1"/>
          <p:nvPr>
            <p:ph idx="2" type="subTitle"/>
          </p:nvPr>
        </p:nvSpPr>
        <p:spPr>
          <a:xfrm>
            <a:off x="284700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60" name="Google Shape;460;p41"/>
          <p:cNvSpPr txBox="1"/>
          <p:nvPr>
            <p:ph idx="3" type="subTitle"/>
          </p:nvPr>
        </p:nvSpPr>
        <p:spPr>
          <a:xfrm>
            <a:off x="2709924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61" name="Google Shape;461;p41"/>
          <p:cNvSpPr txBox="1"/>
          <p:nvPr>
            <p:ph idx="4" type="subTitle"/>
          </p:nvPr>
        </p:nvSpPr>
        <p:spPr>
          <a:xfrm>
            <a:off x="2709924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62" name="Google Shape;462;p41"/>
          <p:cNvSpPr txBox="1"/>
          <p:nvPr>
            <p:ph idx="5" type="subTitle"/>
          </p:nvPr>
        </p:nvSpPr>
        <p:spPr>
          <a:xfrm>
            <a:off x="5135149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63" name="Google Shape;463;p41"/>
          <p:cNvSpPr txBox="1"/>
          <p:nvPr>
            <p:ph idx="6" type="subTitle"/>
          </p:nvPr>
        </p:nvSpPr>
        <p:spPr>
          <a:xfrm>
            <a:off x="5135149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64" name="Google Shape;464;p41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5" name="Google Shape;465;p41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66" name="Google Shape;466;p41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67" name="Google Shape;467;p41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8" name="Google Shape;468;p4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learnings">
  <p:cSld name="CUSTOM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2"/>
          <p:cNvSpPr/>
          <p:nvPr/>
        </p:nvSpPr>
        <p:spPr>
          <a:xfrm flipH="1" rot="5400000">
            <a:off x="5052850" y="1254650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1" name="Google Shape;471;p42"/>
          <p:cNvSpPr/>
          <p:nvPr/>
        </p:nvSpPr>
        <p:spPr>
          <a:xfrm flipH="1">
            <a:off x="25" y="2692075"/>
            <a:ext cx="1709400" cy="16257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2" name="Google Shape;472;p42"/>
          <p:cNvSpPr/>
          <p:nvPr/>
        </p:nvSpPr>
        <p:spPr>
          <a:xfrm flipH="1" rot="5400000">
            <a:off x="851875" y="3504787"/>
            <a:ext cx="1625700" cy="16203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3" name="Google Shape;473;p42"/>
          <p:cNvSpPr/>
          <p:nvPr/>
        </p:nvSpPr>
        <p:spPr>
          <a:xfrm flipH="1" rot="-5400000">
            <a:off x="-125" y="3483026"/>
            <a:ext cx="1665300" cy="16653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4" name="Google Shape;474;p42"/>
          <p:cNvSpPr/>
          <p:nvPr/>
        </p:nvSpPr>
        <p:spPr>
          <a:xfrm flipH="1" rot="5400000">
            <a:off x="5052850" y="2554039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5" name="Google Shape;475;p42"/>
          <p:cNvSpPr/>
          <p:nvPr/>
        </p:nvSpPr>
        <p:spPr>
          <a:xfrm flipH="1" rot="5400000">
            <a:off x="5052850" y="3858733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6" name="Google Shape;476;p42"/>
          <p:cNvSpPr txBox="1"/>
          <p:nvPr>
            <p:ph type="title"/>
          </p:nvPr>
        </p:nvSpPr>
        <p:spPr>
          <a:xfrm>
            <a:off x="283475" y="1790498"/>
            <a:ext cx="3162600" cy="9051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77" name="Google Shape;477;p42"/>
          <p:cNvSpPr txBox="1"/>
          <p:nvPr>
            <p:ph idx="1" type="subTitle"/>
          </p:nvPr>
        </p:nvSpPr>
        <p:spPr>
          <a:xfrm>
            <a:off x="5052850" y="703626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78" name="Google Shape;478;p42"/>
          <p:cNvSpPr txBox="1"/>
          <p:nvPr>
            <p:ph idx="2" type="subTitle"/>
          </p:nvPr>
        </p:nvSpPr>
        <p:spPr>
          <a:xfrm>
            <a:off x="5052850" y="1447600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79" name="Google Shape;479;p42"/>
          <p:cNvSpPr txBox="1"/>
          <p:nvPr>
            <p:ph idx="3" type="subTitle"/>
          </p:nvPr>
        </p:nvSpPr>
        <p:spPr>
          <a:xfrm>
            <a:off x="5052850" y="2006687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80" name="Google Shape;480;p42"/>
          <p:cNvSpPr txBox="1"/>
          <p:nvPr>
            <p:ph idx="4" type="subTitle"/>
          </p:nvPr>
        </p:nvSpPr>
        <p:spPr>
          <a:xfrm>
            <a:off x="5052850" y="2750664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81" name="Google Shape;481;p42"/>
          <p:cNvSpPr txBox="1"/>
          <p:nvPr>
            <p:ph idx="5" type="subTitle"/>
          </p:nvPr>
        </p:nvSpPr>
        <p:spPr>
          <a:xfrm>
            <a:off x="5052850" y="3310695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82" name="Google Shape;482;p42"/>
          <p:cNvSpPr txBox="1"/>
          <p:nvPr>
            <p:ph idx="6" type="subTitle"/>
          </p:nvPr>
        </p:nvSpPr>
        <p:spPr>
          <a:xfrm>
            <a:off x="5052850" y="4054675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83" name="Google Shape;483;p42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84" name="Google Shape;484;p42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85" name="Google Shape;485;p42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86" name="Google Shape;486;p4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2"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43"/>
          <p:cNvSpPr txBox="1"/>
          <p:nvPr>
            <p:ph type="title"/>
          </p:nvPr>
        </p:nvSpPr>
        <p:spPr>
          <a:xfrm>
            <a:off x="4665825" y="1253625"/>
            <a:ext cx="4193400" cy="306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89" name="Google Shape;489;p43"/>
          <p:cNvSpPr txBox="1"/>
          <p:nvPr>
            <p:ph idx="1" type="body"/>
          </p:nvPr>
        </p:nvSpPr>
        <p:spPr>
          <a:xfrm>
            <a:off x="2534564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90" name="Google Shape;490;p43"/>
          <p:cNvSpPr txBox="1"/>
          <p:nvPr>
            <p:ph idx="2" type="body"/>
          </p:nvPr>
        </p:nvSpPr>
        <p:spPr>
          <a:xfrm>
            <a:off x="283925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91" name="Google Shape;491;p43"/>
          <p:cNvSpPr txBox="1"/>
          <p:nvPr>
            <p:ph idx="3" type="body"/>
          </p:nvPr>
        </p:nvSpPr>
        <p:spPr>
          <a:xfrm>
            <a:off x="4785202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92" name="Google Shape;492;p43"/>
          <p:cNvSpPr txBox="1"/>
          <p:nvPr>
            <p:ph idx="4" type="body"/>
          </p:nvPr>
        </p:nvSpPr>
        <p:spPr>
          <a:xfrm>
            <a:off x="7035841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93" name="Google Shape;493;p43"/>
          <p:cNvSpPr txBox="1"/>
          <p:nvPr>
            <p:ph idx="5" type="body"/>
          </p:nvPr>
        </p:nvSpPr>
        <p:spPr>
          <a:xfrm>
            <a:off x="283925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94" name="Google Shape;494;p43"/>
          <p:cNvSpPr txBox="1"/>
          <p:nvPr>
            <p:ph idx="6" type="body"/>
          </p:nvPr>
        </p:nvSpPr>
        <p:spPr>
          <a:xfrm>
            <a:off x="2534564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95" name="Google Shape;495;p43"/>
          <p:cNvSpPr txBox="1"/>
          <p:nvPr>
            <p:ph idx="7" type="body"/>
          </p:nvPr>
        </p:nvSpPr>
        <p:spPr>
          <a:xfrm>
            <a:off x="4785202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96" name="Google Shape;496;p43"/>
          <p:cNvSpPr txBox="1"/>
          <p:nvPr>
            <p:ph idx="8" type="body"/>
          </p:nvPr>
        </p:nvSpPr>
        <p:spPr>
          <a:xfrm>
            <a:off x="7035841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97" name="Google Shape;497;p43"/>
          <p:cNvSpPr/>
          <p:nvPr/>
        </p:nvSpPr>
        <p:spPr>
          <a:xfrm flipH="1" rot="10800000">
            <a:off x="-10739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8" name="Google Shape;498;p43"/>
          <p:cNvSpPr/>
          <p:nvPr/>
        </p:nvSpPr>
        <p:spPr>
          <a:xfrm flipH="1" rot="10800000">
            <a:off x="-34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9" name="Google Shape;499;p43"/>
          <p:cNvSpPr/>
          <p:nvPr/>
        </p:nvSpPr>
        <p:spPr>
          <a:xfrm flipH="1" rot="10800000">
            <a:off x="10723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0" name="Google Shape;500;p43"/>
          <p:cNvSpPr/>
          <p:nvPr/>
        </p:nvSpPr>
        <p:spPr>
          <a:xfrm flipH="1" rot="10800000">
            <a:off x="2149393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1" name="Google Shape;501;p43"/>
          <p:cNvSpPr txBox="1"/>
          <p:nvPr>
            <p:ph idx="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02" name="Google Shape;502;p43"/>
          <p:cNvSpPr txBox="1"/>
          <p:nvPr>
            <p:ph idx="1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03" name="Google Shape;503;p43"/>
          <p:cNvSpPr txBox="1"/>
          <p:nvPr>
            <p:ph idx="1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04" name="Google Shape;504;p4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 &amp; QA">
  <p:cSld name="CUSTOM_3"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4"/>
          <p:cNvSpPr/>
          <p:nvPr/>
        </p:nvSpPr>
        <p:spPr>
          <a:xfrm rot="-5400000">
            <a:off x="3889697" y="1638900"/>
            <a:ext cx="3510600" cy="3498600"/>
          </a:xfrm>
          <a:prstGeom prst="pie">
            <a:avLst>
              <a:gd fmla="val 0" name="adj1"/>
              <a:gd fmla="val 1080318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7" name="Google Shape;507;p44"/>
          <p:cNvSpPr txBox="1"/>
          <p:nvPr>
            <p:ph idx="1" type="subTitle"/>
          </p:nvPr>
        </p:nvSpPr>
        <p:spPr>
          <a:xfrm>
            <a:off x="284700" y="3566350"/>
            <a:ext cx="4557300" cy="1227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08" name="Google Shape;508;p44"/>
          <p:cNvSpPr/>
          <p:nvPr/>
        </p:nvSpPr>
        <p:spPr>
          <a:xfrm>
            <a:off x="3890550" y="-1634700"/>
            <a:ext cx="3509100" cy="3267600"/>
          </a:xfrm>
          <a:prstGeom prst="pie">
            <a:avLst>
              <a:gd fmla="val 0" name="adj1"/>
              <a:gd fmla="val 5401683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9" name="Google Shape;509;p44"/>
          <p:cNvSpPr/>
          <p:nvPr/>
        </p:nvSpPr>
        <p:spPr>
          <a:xfrm rot="-5400000">
            <a:off x="3889697" y="1638900"/>
            <a:ext cx="3510600" cy="3498600"/>
          </a:xfrm>
          <a:prstGeom prst="pie">
            <a:avLst>
              <a:gd fmla="val 5409954" name="adj1"/>
              <a:gd fmla="val 1080318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10" name="Google Shape;510;p44"/>
          <p:cNvSpPr/>
          <p:nvPr/>
        </p:nvSpPr>
        <p:spPr>
          <a:xfrm rot="-5400000">
            <a:off x="5639256" y="1638900"/>
            <a:ext cx="3510600" cy="3498600"/>
          </a:xfrm>
          <a:prstGeom prst="pie">
            <a:avLst>
              <a:gd fmla="val 0" name="adj1"/>
              <a:gd fmla="val 1080318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11" name="Google Shape;511;p44"/>
          <p:cNvSpPr/>
          <p:nvPr/>
        </p:nvSpPr>
        <p:spPr>
          <a:xfrm>
            <a:off x="5640000" y="-1634700"/>
            <a:ext cx="3509100" cy="3267600"/>
          </a:xfrm>
          <a:prstGeom prst="pie">
            <a:avLst>
              <a:gd fmla="val 0" name="adj1"/>
              <a:gd fmla="val 540036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12" name="Google Shape;512;p44"/>
          <p:cNvSpPr txBox="1"/>
          <p:nvPr>
            <p:ph type="title"/>
          </p:nvPr>
        </p:nvSpPr>
        <p:spPr>
          <a:xfrm>
            <a:off x="284700" y="229302"/>
            <a:ext cx="4287300" cy="3069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513" name="Google Shape;513;p4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16" name="Google Shape;516;p4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4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21" name="Google Shape;521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24" name="Google Shape;524;p4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5" name="Google Shape;525;p4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5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0" name="Google Shape;530;p5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35" name="Google Shape;535;p5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6" name="Google Shape;536;p5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5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5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1" name="Google Shape;541;p5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56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45" name="Google Shape;545;p56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6" name="Google Shape;546;p56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7" name="Google Shape;547;p56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8" name="Google Shape;548;p56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9" name="Google Shape;549;p56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0" name="Google Shape;550;p56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53" name="Google Shape;553;p57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4" name="Google Shape;554;p57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5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57" name="Google Shape;557;p58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8" name="Google Shape;558;p58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9" name="Google Shape;559;p58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0" name="Google Shape;560;p58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59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63" name="Google Shape;563;p59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64" name="Google Shape;564;p5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65" name="Google Shape;565;p59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6" name="Google Shape;566;p59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7" name="Google Shape;567;p59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8" name="Google Shape;568;p59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60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71" name="Google Shape;571;p60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72" name="Google Shape;572;p60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73" name="Google Shape;573;p60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74" name="Google Shape;574;p60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75" name="Google Shape;575;p60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6" name="Google Shape;576;p60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7" name="Google Shape;577;p60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8" name="Google Shape;578;p60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81" name="Google Shape;581;p61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62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4" name="Google Shape;584;p62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85" name="Google Shape;585;p62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86" name="Google Shape;586;p62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7" name="Google Shape;587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88" name="Google Shape;588;p62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89" name="Google Shape;589;p62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63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2" name="Google Shape;592;p63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3" name="Google Shape;593;p63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63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5" name="Google Shape;595;p63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6" name="Google Shape;596;p63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7" name="Google Shape;597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98" name="Google Shape;598;p63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99" name="Google Shape;599;p63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00" name="Google Shape;600;p63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64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65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5" name="Google Shape;605;p65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6" name="Google Shape;606;p65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7" name="Google Shape;607;p65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8" name="Google Shape;608;p65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65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65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611" name="Google Shape;611;p65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2" name="Google Shape;612;p65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65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1" Type="http://schemas.openxmlformats.org/officeDocument/2006/relationships/slideLayout" Target="../slideLayouts/slideLayout62.xml"/><Relationship Id="rId50" Type="http://schemas.openxmlformats.org/officeDocument/2006/relationships/slideLayout" Target="../slideLayouts/slideLayout61.xml"/><Relationship Id="rId53" Type="http://schemas.openxmlformats.org/officeDocument/2006/relationships/theme" Target="../theme/theme2.xml"/><Relationship Id="rId52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2CC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84700" y="1782325"/>
            <a:ext cx="61539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298450" lvl="1" marL="914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298450" lvl="2" marL="1371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298450" lvl="3" marL="18288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298450" lvl="4" marL="22860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298450" lvl="5" marL="27432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298450" lvl="6" marL="3200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298450" lvl="7" marL="3657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298450" lvl="8" marL="411480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83475" y="459250"/>
            <a:ext cx="8575800" cy="6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  <p:sldLayoutId id="2147483708" r:id="rId50"/>
    <p:sldLayoutId id="2147483709" r:id="rId51"/>
    <p:sldLayoutId id="2147483710" r:id="rId5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99">
          <p15:clr>
            <a:schemeClr val="accent1"/>
          </p15:clr>
        </p15:guide>
        <p15:guide id="2" orient="horz" pos="899">
          <p15:clr>
            <a:schemeClr val="accent1"/>
          </p15:clr>
        </p15:guide>
        <p15:guide id="3" orient="horz" pos="960">
          <p15:clr>
            <a:schemeClr val="accent1"/>
          </p15:clr>
        </p15:guide>
        <p15:guide id="4" orient="horz" pos="1560">
          <p15:clr>
            <a:schemeClr val="accent1"/>
          </p15:clr>
        </p15:guide>
        <p15:guide id="5" orient="horz" pos="1620">
          <p15:clr>
            <a:schemeClr val="accent1"/>
          </p15:clr>
        </p15:guide>
        <p15:guide id="6" orient="horz" pos="2280">
          <p15:clr>
            <a:schemeClr val="accent1"/>
          </p15:clr>
        </p15:guide>
        <p15:guide id="7" orient="horz" pos="2341">
          <p15:clr>
            <a:schemeClr val="accent1"/>
          </p15:clr>
        </p15:guide>
        <p15:guide id="8" pos="299">
          <p15:clr>
            <a:schemeClr val="accent1"/>
          </p15:clr>
        </p15:guide>
        <p15:guide id="9" pos="1559">
          <p15:clr>
            <a:schemeClr val="accent1"/>
          </p15:clr>
        </p15:guide>
        <p15:guide id="10" pos="1618">
          <p15:clr>
            <a:schemeClr val="accent1"/>
          </p15:clr>
        </p15:guide>
        <p15:guide id="11" pos="1981">
          <p15:clr>
            <a:schemeClr val="accent2"/>
          </p15:clr>
        </p15:guide>
        <p15:guide id="12" pos="2039">
          <p15:clr>
            <a:schemeClr val="accent2"/>
          </p15:clr>
        </p15:guide>
        <p15:guide id="13" pos="2880">
          <p15:clr>
            <a:schemeClr val="accent1"/>
          </p15:clr>
        </p15:guide>
        <p15:guide id="14" pos="2939">
          <p15:clr>
            <a:schemeClr val="accent1"/>
          </p15:clr>
        </p15:guide>
        <p15:guide id="15" pos="3719">
          <p15:clr>
            <a:schemeClr val="accent2"/>
          </p15:clr>
        </p15:guide>
        <p15:guide id="16" pos="3779">
          <p15:clr>
            <a:schemeClr val="accent2"/>
          </p15:clr>
        </p15:guide>
        <p15:guide id="17" pos="4140">
          <p15:clr>
            <a:schemeClr val="accent1"/>
          </p15:clr>
        </p15:guide>
        <p15:guide id="18" pos="4199">
          <p15:clr>
            <a:schemeClr val="accent1"/>
          </p15:clr>
        </p15:guide>
        <p15:guide id="19" pos="5459">
          <p15:clr>
            <a:schemeClr val="accent1"/>
          </p15:clr>
        </p15:guide>
        <p15:guide id="20" orient="horz" pos="2941">
          <p15:clr>
            <a:schemeClr val="accent1"/>
          </p15:clr>
        </p15:guide>
        <p15:guide id="21" pos="179">
          <p15:clr>
            <a:srgbClr val="EA4335"/>
          </p15:clr>
        </p15:guide>
        <p15:guide id="22" orient="horz" pos="180">
          <p15:clr>
            <a:srgbClr val="EA4335"/>
          </p15:clr>
        </p15:guide>
        <p15:guide id="23" pos="5581">
          <p15:clr>
            <a:srgbClr val="EA4335"/>
          </p15:clr>
        </p15:guide>
        <p15:guide id="24" orient="horz" pos="306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66"/>
          <p:cNvSpPr txBox="1"/>
          <p:nvPr>
            <p:ph type="title"/>
          </p:nvPr>
        </p:nvSpPr>
        <p:spPr>
          <a:xfrm>
            <a:off x="3236625" y="535250"/>
            <a:ext cx="5622600" cy="2577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chemeClr val="dk1"/>
                </a:solidFill>
              </a:rPr>
              <a:t>RECOGNIZING AUDIO FEATURES IN MUSIC</a:t>
            </a:r>
            <a:endParaRPr sz="4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dk1"/>
              </a:solidFill>
            </a:endParaRPr>
          </a:p>
        </p:txBody>
      </p:sp>
      <p:sp>
        <p:nvSpPr>
          <p:cNvPr id="619" name="Google Shape;619;p66"/>
          <p:cNvSpPr txBox="1"/>
          <p:nvPr/>
        </p:nvSpPr>
        <p:spPr>
          <a:xfrm>
            <a:off x="3819575" y="3418225"/>
            <a:ext cx="4013400" cy="11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By: Anagha Bharadwaj &amp; Thomas Lanzetti</a:t>
            </a:r>
            <a:endParaRPr sz="16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DS 677 - Deep Learning</a:t>
            </a:r>
            <a:endParaRPr sz="16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67"/>
          <p:cNvSpPr txBox="1"/>
          <p:nvPr>
            <p:ph idx="4294967295" type="title"/>
          </p:nvPr>
        </p:nvSpPr>
        <p:spPr>
          <a:xfrm>
            <a:off x="284100" y="474754"/>
            <a:ext cx="8575800" cy="2757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About the Dataset: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MusicNet Dataset, which contains 330 complete classical music recordings. 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Format: Provides full .wav audio files alongside CSV-ciphered label files, containing other information such as composer, notes, pitch, instrument, length, etc.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Prior Work Limitations: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CNN-only models</a:t>
            </a: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achieve decent composer identification accuracy (84%) on short (5-second) samples.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Flaw - Missing Temporal Structure:</a:t>
            </a: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These models fail to adequately capture the </a:t>
            </a:r>
            <a:r>
              <a:rPr b="1"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long-range temporal structure</a:t>
            </a: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music (rhythm, melody, and phrasing) that is crucial for defining a composer's unique style.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Challenge: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need an approach that models </a:t>
            </a:r>
            <a:r>
              <a:rPr b="1"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</a:t>
            </a: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effectively to move beyond local acoustic features and achieve robust classification.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Goal: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develop a hybrid CNN–GRU model that enhances composer classification accuracy on the MusicNet dataset by combining CNNs for local spectral feature extraction and GRUs for modeling temporal structure.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300"/>
          </a:p>
        </p:txBody>
      </p:sp>
      <p:sp>
        <p:nvSpPr>
          <p:cNvPr id="625" name="Google Shape;625;p67"/>
          <p:cNvSpPr txBox="1"/>
          <p:nvPr/>
        </p:nvSpPr>
        <p:spPr>
          <a:xfrm>
            <a:off x="1572325" y="380700"/>
            <a:ext cx="56328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About Our Project</a:t>
            </a:r>
            <a:endParaRPr b="1"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26" name="Google Shape;626;p67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67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67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68"/>
          <p:cNvSpPr/>
          <p:nvPr/>
        </p:nvSpPr>
        <p:spPr>
          <a:xfrm>
            <a:off x="284700" y="1036575"/>
            <a:ext cx="2954100" cy="1767000"/>
          </a:xfrm>
          <a:prstGeom prst="round1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111875" lIns="111875" spcFirstLastPara="1" rIns="111875" wrap="square" tIns="111875">
            <a:noAutofit/>
          </a:bodyPr>
          <a:lstStyle/>
          <a:p>
            <a:pPr indent="0" lvl="0" marL="139862" marR="0" rtl="0" algn="l">
              <a:spcBef>
                <a:spcPts val="734"/>
              </a:spcBef>
              <a:spcAft>
                <a:spcPts val="0"/>
              </a:spcAft>
              <a:buNone/>
            </a:pPr>
            <a:r>
              <a:t/>
            </a:r>
            <a:endParaRPr sz="2202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4" name="Google Shape;634;p68"/>
          <p:cNvSpPr/>
          <p:nvPr/>
        </p:nvSpPr>
        <p:spPr>
          <a:xfrm>
            <a:off x="3785329" y="1036575"/>
            <a:ext cx="2954100" cy="1767000"/>
          </a:xfrm>
          <a:prstGeom prst="round1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t" bIns="111875" lIns="111875" spcFirstLastPara="1" rIns="111875" wrap="square" tIns="111875">
            <a:noAutofit/>
          </a:bodyPr>
          <a:lstStyle/>
          <a:p>
            <a:pPr indent="0" lvl="0" marL="139862" marR="0" rtl="0" algn="l">
              <a:spcBef>
                <a:spcPts val="734"/>
              </a:spcBef>
              <a:spcAft>
                <a:spcPts val="0"/>
              </a:spcAft>
              <a:buNone/>
            </a:pPr>
            <a:r>
              <a:t/>
            </a:r>
            <a:endParaRPr sz="2202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5" name="Google Shape;635;p68"/>
          <p:cNvSpPr/>
          <p:nvPr/>
        </p:nvSpPr>
        <p:spPr>
          <a:xfrm>
            <a:off x="284700" y="3020475"/>
            <a:ext cx="2954100" cy="1836900"/>
          </a:xfrm>
          <a:prstGeom prst="round1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6" name="Google Shape;636;p68"/>
          <p:cNvSpPr/>
          <p:nvPr/>
        </p:nvSpPr>
        <p:spPr>
          <a:xfrm>
            <a:off x="3785379" y="3020475"/>
            <a:ext cx="2954100" cy="1836900"/>
          </a:xfrm>
          <a:prstGeom prst="round1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7" name="Google Shape;637;p68"/>
          <p:cNvSpPr txBox="1"/>
          <p:nvPr>
            <p:ph idx="32"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dk1"/>
                </a:highlight>
              </a:rPr>
              <a:t> The Proposition:</a:t>
            </a:r>
            <a:endParaRPr>
              <a:highlight>
                <a:schemeClr val="dk1"/>
              </a:highlight>
            </a:endParaRPr>
          </a:p>
        </p:txBody>
      </p:sp>
      <p:sp>
        <p:nvSpPr>
          <p:cNvPr id="638" name="Google Shape;638;p68"/>
          <p:cNvSpPr txBox="1"/>
          <p:nvPr>
            <p:ph idx="29" type="title"/>
          </p:nvPr>
        </p:nvSpPr>
        <p:spPr>
          <a:xfrm>
            <a:off x="393075" y="3155525"/>
            <a:ext cx="2270700" cy="1569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latin typeface="Poppins SemiBold"/>
                <a:ea typeface="Poppins SemiBold"/>
                <a:cs typeface="Poppins SemiBold"/>
                <a:sym typeface="Poppins SemiBold"/>
              </a:rPr>
              <a:t>Critically compare the performance of Spectrograms against Raw Audio to determine the optimal input representation for hybrid models.</a:t>
            </a:r>
            <a:endParaRPr b="0" sz="1200"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39" name="Google Shape;639;p68"/>
          <p:cNvSpPr txBox="1"/>
          <p:nvPr>
            <p:ph idx="31" type="title"/>
          </p:nvPr>
        </p:nvSpPr>
        <p:spPr>
          <a:xfrm>
            <a:off x="3920325" y="1195950"/>
            <a:ext cx="2331300" cy="149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latin typeface="Poppins SemiBold"/>
                <a:ea typeface="Poppins SemiBold"/>
                <a:cs typeface="Poppins SemiBold"/>
                <a:sym typeface="Poppins SemiBold"/>
              </a:rPr>
              <a:t>Evaluate Transformer models as an alternative to GRUs, utilizing the self-attention mechanism to capture longer-range dependencies.</a:t>
            </a:r>
            <a:endParaRPr b="0" sz="1200"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68"/>
          <p:cNvSpPr txBox="1"/>
          <p:nvPr>
            <p:ph idx="30" type="title"/>
          </p:nvPr>
        </p:nvSpPr>
        <p:spPr>
          <a:xfrm>
            <a:off x="3920325" y="3155525"/>
            <a:ext cx="2331300" cy="149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Perform systematic comparative experiments (CNN-only, GRU-only, CNN-GRU, CNN-Transformer) to quantify the benefits of integrated temporal modeling.</a:t>
            </a:r>
            <a:endParaRPr sz="1900"/>
          </a:p>
        </p:txBody>
      </p:sp>
      <p:sp>
        <p:nvSpPr>
          <p:cNvPr id="641" name="Google Shape;641;p68"/>
          <p:cNvSpPr txBox="1"/>
          <p:nvPr>
            <p:ph type="title"/>
          </p:nvPr>
        </p:nvSpPr>
        <p:spPr>
          <a:xfrm>
            <a:off x="393075" y="1195950"/>
            <a:ext cx="2331300" cy="149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latin typeface="Poppins SemiBold"/>
                <a:ea typeface="Poppins SemiBold"/>
                <a:cs typeface="Poppins SemiBold"/>
                <a:sym typeface="Poppins SemiBold"/>
              </a:rPr>
              <a:t>Combine CNNs (for local feature extraction like timbre and texture) with GRUs (for sequential modeling of rhythm, melody, and phrasing).</a:t>
            </a:r>
            <a:endParaRPr b="0" sz="1200"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6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CNN Transformer Model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47" name="Google Shape;647;p69"/>
          <p:cNvSpPr txBox="1"/>
          <p:nvPr>
            <p:ph idx="1" type="body"/>
          </p:nvPr>
        </p:nvSpPr>
        <p:spPr>
          <a:xfrm>
            <a:off x="311700" y="1389600"/>
            <a:ext cx="8305500" cy="317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>
                <a:solidFill>
                  <a:schemeClr val="dk1"/>
                </a:solidFill>
              </a:rPr>
              <a:t>We start from raw MusicNet audio and create multiple 3-second segments per piece to increase data diversity. Each segment goes through pre-emphasis (a simple filter that helps to reduce noise and increase feature extraction). This is then converted into a 40-band Mel-spectrogram (a visual representation of an audio signal's frequency content over time) on a log-scale. This essentially means that the feature dimension is equal to the 40 bands (like frequency bins) of the Mel-Spectrogram. We treat this as a time–frequency sequence (T, 40), pad all segments to a common length, and use this tensor as input to all our models (GRU, CNN, CNN–GRU, and Transformers) for </a:t>
            </a:r>
            <a:r>
              <a:rPr lang="en">
                <a:solidFill>
                  <a:schemeClr val="dk1"/>
                </a:solidFill>
              </a:rPr>
              <a:t>composer, </a:t>
            </a:r>
            <a:r>
              <a:rPr lang="en">
                <a:solidFill>
                  <a:schemeClr val="dk1"/>
                </a:solidFill>
              </a:rPr>
              <a:t>instrument, and tempo classification.</a:t>
            </a:r>
            <a:endParaRPr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>
                <a:solidFill>
                  <a:schemeClr val="dk1"/>
                </a:solidFill>
              </a:rPr>
              <a:t>CNN-Transformer Model -&gt; Utilizes the idea of sequential architecture - Main Ideas:</a:t>
            </a:r>
            <a:endParaRPr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>
                <a:solidFill>
                  <a:schemeClr val="dk1"/>
                </a:solidFill>
              </a:rPr>
              <a:t>CNN Feature Extraction: the Mel-bins down from 128 to 16 for this part, transforming the spectrogram into a sequence of 1024 features per time step. (Idea further explained later).</a:t>
            </a:r>
            <a:endParaRPr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>
                <a:solidFill>
                  <a:schemeClr val="dk1"/>
                </a:solidFill>
              </a:rPr>
              <a:t>Transformer Sequence Modeling - Global context, the self-attention mechanism processes the sequential features, producing a 256-dimensional global feature vector that then in the classifier gets reduced to shape [B, 5] representing the logits (raw scores) for the multi-composer classes.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7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Results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53" name="Google Shape;653;p70"/>
          <p:cNvSpPr txBox="1"/>
          <p:nvPr>
            <p:ph idx="1" type="body"/>
          </p:nvPr>
        </p:nvSpPr>
        <p:spPr>
          <a:xfrm>
            <a:off x="311700" y="4077900"/>
            <a:ext cx="4337400" cy="591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Precision - How often the predictions are correct when it predicts that class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dk1"/>
                </a:solidFill>
              </a:rPr>
              <a:t>Recall - How much it misses of actual  is 1-recall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54" name="Google Shape;654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63" y="1389600"/>
            <a:ext cx="4806625" cy="26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5" name="Google Shape;655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6625" y="0"/>
            <a:ext cx="4337374" cy="37071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7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Overcoming Model Quirks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61" name="Google Shape;661;p71"/>
          <p:cNvSpPr txBox="1"/>
          <p:nvPr>
            <p:ph idx="1" type="body"/>
          </p:nvPr>
        </p:nvSpPr>
        <p:spPr>
          <a:xfrm>
            <a:off x="311700" y="1389600"/>
            <a:ext cx="8247600" cy="317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Problems with overfitting: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With a relatively smaller dataset and class imbalance, transformers are unfortunately prone to overfitting, so I had to mess with a few parameters to overcome this. For example, lowering the learning rate, and increasing to dropout in the model in order to stabilize the weights.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There is also a class imbalance, as shown previously, which caused overfitting in favor of the more heavily represented classes. So, to overcome this issue I used the idea of assigning weights to samples from minority classes in order to make up for the class imbalance.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72"/>
          <p:cNvSpPr txBox="1"/>
          <p:nvPr>
            <p:ph type="title"/>
          </p:nvPr>
        </p:nvSpPr>
        <p:spPr>
          <a:xfrm>
            <a:off x="2736175" y="318625"/>
            <a:ext cx="2989200" cy="491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MODEL : CNN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67" name="Google Shape;667;p72"/>
          <p:cNvPicPr preferRelativeResize="0"/>
          <p:nvPr/>
        </p:nvPicPr>
        <p:blipFill rotWithShape="1">
          <a:blip r:embed="rId3">
            <a:alphaModFix/>
          </a:blip>
          <a:srcRect b="0" l="0" r="0" t="8767"/>
          <a:stretch/>
        </p:blipFill>
        <p:spPr>
          <a:xfrm>
            <a:off x="7278600" y="679175"/>
            <a:ext cx="1432600" cy="41781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68" name="Google Shape;668;p72"/>
          <p:cNvGraphicFramePr/>
          <p:nvPr/>
        </p:nvGraphicFramePr>
        <p:xfrm>
          <a:off x="1754725" y="3154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{2A604581-4A71-4DEC-B40F-FFA2A725EC34}</a:tableStyleId>
              </a:tblPr>
              <a:tblGrid>
                <a:gridCol w="699550"/>
                <a:gridCol w="1019100"/>
                <a:gridCol w="3402775"/>
              </a:tblGrid>
              <a:tr h="228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Task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Best Val AUC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Interpretation</a:t>
                      </a:r>
                      <a:endParaRPr b="1" sz="800"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Composer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0.887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Strong performance; model learns stylistic patterns well</a:t>
                      </a:r>
                      <a:endParaRPr b="1" sz="800"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Tempo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0.865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Good discrimination; CNN captures rhythmic texture</a:t>
                      </a:r>
                      <a:endParaRPr b="1" sz="800"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Tonality</a:t>
                      </a:r>
                      <a:endParaRPr b="1" sz="800"/>
                    </a:p>
                  </a:txBody>
                  <a:tcPr marT="91425" marB="91425" marR="97250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0.794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Hardest task; requires global harmonic modeling</a:t>
                      </a:r>
                      <a:endParaRPr b="1" sz="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69" name="Google Shape;669;p72"/>
          <p:cNvSpPr txBox="1"/>
          <p:nvPr/>
        </p:nvSpPr>
        <p:spPr>
          <a:xfrm>
            <a:off x="1645525" y="1059750"/>
            <a:ext cx="5296200" cy="15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900"/>
              <a:t>Slide bullets:</a:t>
            </a:r>
            <a:endParaRPr b="1" sz="900"/>
          </a:p>
          <a:p>
            <a:pPr indent="-2857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900"/>
              <a:buChar char="●"/>
            </a:pPr>
            <a:r>
              <a:rPr b="1" lang="en" sz="900"/>
              <a:t>Input: 128 × 862 × 3 mel-spectrogram patches</a:t>
            </a:r>
            <a:br>
              <a:rPr b="1" lang="en" sz="900"/>
            </a:br>
            <a:endParaRPr b="1" sz="900"/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b="1" lang="en" sz="900"/>
              <a:t>5 stacked Conv2D + MaxPooling blocks to learn time–frequency patterns</a:t>
            </a:r>
            <a:br>
              <a:rPr b="1" lang="en" sz="900"/>
            </a:br>
            <a:endParaRPr b="1" sz="900"/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b="1" lang="en" sz="900"/>
              <a:t>Global Average Pooling compresses feature maps to a 32 embeddings</a:t>
            </a:r>
            <a:br>
              <a:rPr b="1" lang="en" sz="900"/>
            </a:br>
            <a:endParaRPr b="1" sz="900"/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b="1" lang="en" sz="900"/>
              <a:t>Dropout for regularization, then Dense (11-way softmax) for the classifications</a:t>
            </a:r>
            <a:endParaRPr b="1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73"/>
          <p:cNvSpPr txBox="1"/>
          <p:nvPr>
            <p:ph type="title"/>
          </p:nvPr>
        </p:nvSpPr>
        <p:spPr>
          <a:xfrm>
            <a:off x="2736175" y="318625"/>
            <a:ext cx="2989200" cy="491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MODEL : GRU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75" name="Google Shape;675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5025" y="912225"/>
            <a:ext cx="3294275" cy="32736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76" name="Google Shape;676;p73"/>
          <p:cNvGraphicFramePr/>
          <p:nvPr/>
        </p:nvGraphicFramePr>
        <p:xfrm>
          <a:off x="1579050" y="26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{2A604581-4A71-4DEC-B40F-FFA2A725EC34}</a:tableStyleId>
              </a:tblPr>
              <a:tblGrid>
                <a:gridCol w="457050"/>
                <a:gridCol w="457050"/>
                <a:gridCol w="614900"/>
                <a:gridCol w="461175"/>
                <a:gridCol w="1788750"/>
              </a:tblGrid>
              <a:tr h="507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/>
                        <a:t>Task</a:t>
                      </a:r>
                      <a:endParaRPr b="1"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/>
                        <a:t>Classe</a:t>
                      </a:r>
                      <a:endParaRPr b="1"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/>
                        <a:t>Final Val Accuracy</a:t>
                      </a:r>
                      <a:endParaRPr b="1"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/>
                        <a:t>Final Val Loss</a:t>
                      </a:r>
                      <a:endParaRPr b="1"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/>
                        <a:t>Interpretation</a:t>
                      </a:r>
                      <a:endParaRPr b="1" sz="600"/>
                    </a:p>
                  </a:txBody>
                  <a:tcPr marT="91425" marB="91425" marR="91425" marL="91425"/>
                </a:tc>
              </a:tr>
              <a:tr h="336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/>
                        <a:t>Instrument</a:t>
                      </a:r>
                      <a:endParaRPr b="1"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75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/>
                        <a:t>0.70</a:t>
                      </a:r>
                      <a:endParaRPr b="1"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/>
                        <a:t>0.93</a:t>
                      </a:r>
                      <a:endParaRPr b="1"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Strong performance; model learns instrument timbre well.</a:t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389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/>
                        <a:t>Composer</a:t>
                      </a:r>
                      <a:endParaRPr b="1"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11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/>
                        <a:t>0.50</a:t>
                      </a:r>
                      <a:endParaRPr b="1"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/>
                        <a:t>1.62</a:t>
                      </a:r>
                      <a:endParaRPr b="1"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Moderate performance; harder task due to overlap in styles.</a:t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8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/>
                        <a:t>Tempo</a:t>
                      </a:r>
                      <a:endParaRPr b="1"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19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/>
                        <a:t>0.33</a:t>
                      </a:r>
                      <a:endParaRPr b="1"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/>
                        <a:t>2.21</a:t>
                      </a:r>
                      <a:endParaRPr b="1"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Weakest task; short segments make tempo harder to infer.</a:t>
                      </a:r>
                      <a:endParaRPr sz="6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77" name="Google Shape;677;p73"/>
          <p:cNvSpPr txBox="1"/>
          <p:nvPr/>
        </p:nvSpPr>
        <p:spPr>
          <a:xfrm>
            <a:off x="1579050" y="1055200"/>
            <a:ext cx="3810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/>
              <a:t>Input: 1D audio sequence, 65 time steps × 1 feature → shape (batch_size, 65, 1).</a:t>
            </a:r>
            <a:br>
              <a:rPr b="1" lang="en" sz="600"/>
            </a:br>
            <a:endParaRPr b="1"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/>
              <a:t>Shared encoder: GRU(32 units) → 32-D embedding per sample ((batch_size, 32)) + Dropout for regularization (3,360 params).</a:t>
            </a:r>
            <a:br>
              <a:rPr b="1" lang="en" sz="600"/>
            </a:br>
            <a:endParaRPr b="1"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/>
              <a:t>Three output heads (all use the same 32-D embedding):</a:t>
            </a:r>
            <a:br>
              <a:rPr b="1" lang="en" sz="600"/>
            </a:br>
            <a:r>
              <a:rPr b="1" lang="en" sz="600"/>
              <a:t>Instrument: Dense(75, softmax), 2,475 params</a:t>
            </a:r>
            <a:br>
              <a:rPr b="1" lang="en" sz="600"/>
            </a:br>
            <a:r>
              <a:rPr b="1" lang="en" sz="600"/>
              <a:t>Composer: Dense(11, softmax), 363 params</a:t>
            </a:r>
            <a:br>
              <a:rPr b="1" lang="en" sz="600"/>
            </a:br>
            <a:r>
              <a:rPr b="1" lang="en" sz="600"/>
              <a:t>Tempo: Dense(19, softmax), 627 params</a:t>
            </a:r>
            <a:br>
              <a:rPr b="1" lang="en" sz="600"/>
            </a:br>
            <a:endParaRPr b="1" sz="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/>
              <a:t>Total size: 6,825 trainable parameters (~26.7 KB) for a compact multi-task GRU model.</a:t>
            </a:r>
            <a:endParaRPr b="1" sz="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74"/>
          <p:cNvSpPr txBox="1"/>
          <p:nvPr>
            <p:ph type="title"/>
          </p:nvPr>
        </p:nvSpPr>
        <p:spPr>
          <a:xfrm>
            <a:off x="2736175" y="318625"/>
            <a:ext cx="3506700" cy="491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MODEL : CNN-GRU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83" name="Google Shape;683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9475" y="892150"/>
            <a:ext cx="2596327" cy="3965158"/>
          </a:xfrm>
          <a:prstGeom prst="rect">
            <a:avLst/>
          </a:prstGeom>
          <a:noFill/>
          <a:ln>
            <a:noFill/>
          </a:ln>
        </p:spPr>
      </p:pic>
      <p:sp>
        <p:nvSpPr>
          <p:cNvPr id="684" name="Google Shape;684;p74"/>
          <p:cNvSpPr txBox="1"/>
          <p:nvPr/>
        </p:nvSpPr>
        <p:spPr>
          <a:xfrm>
            <a:off x="1600000" y="1066175"/>
            <a:ext cx="4004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Input: </a:t>
            </a:r>
            <a:r>
              <a:rPr b="1" lang="en" sz="900"/>
              <a:t>(65, 40)</a:t>
            </a:r>
            <a:r>
              <a:rPr lang="en" sz="900"/>
              <a:t> Mel spectrogram</a:t>
            </a:r>
            <a:endParaRPr sz="9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Conv1D(32)</a:t>
            </a:r>
            <a:r>
              <a:rPr lang="en" sz="900"/>
              <a:t> → MaxPool → </a:t>
            </a: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Conv1D(64)</a:t>
            </a:r>
            <a:r>
              <a:rPr lang="en" sz="900"/>
              <a:t> → MaxPool</a:t>
            </a:r>
            <a:endParaRPr sz="9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3× </a:t>
            </a:r>
            <a:r>
              <a:rPr b="1" lang="en" sz="900"/>
              <a:t>Bidirectional GRU (128 units)</a:t>
            </a:r>
            <a:r>
              <a:rPr lang="en" sz="900"/>
              <a:t> with Dropout</a:t>
            </a:r>
            <a:endParaRPr sz="9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Task-specific Dense heads:</a:t>
            </a:r>
            <a:br>
              <a:rPr lang="en" sz="900"/>
            </a:br>
            <a:r>
              <a:rPr b="1" lang="en" sz="900"/>
              <a:t>75 instruments</a:t>
            </a:r>
            <a:r>
              <a:rPr lang="en" sz="900"/>
              <a:t>, </a:t>
            </a:r>
            <a:r>
              <a:rPr b="1" lang="en" sz="900"/>
              <a:t>11 composers</a:t>
            </a:r>
            <a:r>
              <a:rPr lang="en" sz="900"/>
              <a:t>, </a:t>
            </a:r>
            <a:r>
              <a:rPr b="1" lang="en" sz="900"/>
              <a:t>19 tempo classes</a:t>
            </a:r>
            <a:r>
              <a:rPr lang="en" sz="900"/>
              <a:t>~0.58M trainable parameters per head</a:t>
            </a:r>
            <a:endParaRPr sz="900"/>
          </a:p>
        </p:txBody>
      </p:sp>
      <p:sp>
        <p:nvSpPr>
          <p:cNvPr id="685" name="Google Shape;685;p74"/>
          <p:cNvSpPr txBox="1"/>
          <p:nvPr/>
        </p:nvSpPr>
        <p:spPr>
          <a:xfrm>
            <a:off x="1639250" y="2274025"/>
            <a:ext cx="3798600" cy="16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Optimizer: Adam, loss: categorical cross-entropy</a:t>
            </a:r>
            <a:br>
              <a:rPr lang="en" sz="900"/>
            </a:br>
            <a:endParaRPr sz="9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/>
              <a:t>Instrument model:</a:t>
            </a:r>
            <a:r>
              <a:rPr lang="en" sz="900"/>
              <a:t> train acc ≈ </a:t>
            </a:r>
            <a:r>
              <a:rPr b="1" lang="en" sz="900"/>
              <a:t>0.97</a:t>
            </a:r>
            <a:r>
              <a:rPr lang="en" sz="900"/>
              <a:t>, best val acc ≈ </a:t>
            </a:r>
            <a:r>
              <a:rPr b="1" lang="en" sz="900"/>
              <a:t>0.86</a:t>
            </a:r>
            <a:endParaRPr b="1" sz="9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/>
              <a:t>Composer model:</a:t>
            </a:r>
            <a:r>
              <a:rPr lang="en" sz="900"/>
              <a:t> train acc ≈ </a:t>
            </a:r>
            <a:r>
              <a:rPr b="1" lang="en" sz="900"/>
              <a:t>0.90</a:t>
            </a:r>
            <a:r>
              <a:rPr lang="en" sz="900"/>
              <a:t>, val acc plateaus around </a:t>
            </a:r>
            <a:r>
              <a:rPr b="1" lang="en" sz="900"/>
              <a:t>0.</a:t>
            </a:r>
            <a:r>
              <a:rPr b="1" lang="en" sz="900"/>
              <a:t>70</a:t>
            </a:r>
            <a:br>
              <a:rPr b="1" lang="en" sz="900"/>
            </a:br>
            <a:r>
              <a:rPr lang="en" sz="900"/>
              <a:t>Training/validation curves are close → good generalization</a:t>
            </a:r>
            <a:br>
              <a:rPr lang="en" sz="900"/>
            </a:br>
            <a:r>
              <a:rPr b="1" lang="en" sz="900"/>
              <a:t>Tempo model:</a:t>
            </a:r>
            <a:r>
              <a:rPr lang="en" sz="900"/>
              <a:t> train acc ≈ </a:t>
            </a:r>
            <a:r>
              <a:rPr b="1" lang="en" sz="900"/>
              <a:t>0.72</a:t>
            </a:r>
            <a:r>
              <a:rPr lang="en" sz="900"/>
              <a:t>, val acc ≈ </a:t>
            </a:r>
            <a:r>
              <a:rPr b="1" lang="en" sz="900"/>
              <a:t>0.40–0.45</a:t>
            </a:r>
            <a:r>
              <a:rPr lang="en" sz="900"/>
              <a:t>, val loss increases</a:t>
            </a:r>
            <a:br>
              <a:rPr lang="en" sz="900"/>
            </a:br>
            <a:r>
              <a:rPr lang="en" sz="900"/>
              <a:t>Indicates </a:t>
            </a:r>
            <a:r>
              <a:rPr b="1" lang="en" sz="900"/>
              <a:t>overfitting</a:t>
            </a:r>
            <a:r>
              <a:rPr lang="en" sz="900"/>
              <a:t> and that tempo is the hardest attribute</a:t>
            </a:r>
            <a:endParaRPr sz="9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Plots show smooth decrease in training loss and rising accuracy for all tasks, with strongest performance on </a:t>
            </a:r>
            <a:r>
              <a:rPr b="1" lang="en" sz="900"/>
              <a:t>instrument</a:t>
            </a:r>
            <a:r>
              <a:rPr lang="en" sz="900"/>
              <a:t> and </a:t>
            </a:r>
            <a:r>
              <a:rPr b="1" lang="en" sz="900"/>
              <a:t>composer</a:t>
            </a:r>
            <a:r>
              <a:rPr lang="en" sz="900"/>
              <a:t> classification.</a:t>
            </a:r>
            <a:endParaRPr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75"/>
          <p:cNvSpPr txBox="1"/>
          <p:nvPr>
            <p:ph type="title"/>
          </p:nvPr>
        </p:nvSpPr>
        <p:spPr>
          <a:xfrm>
            <a:off x="2774575" y="474750"/>
            <a:ext cx="29892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Final Results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91" name="Google Shape;691;p75"/>
          <p:cNvSpPr txBox="1"/>
          <p:nvPr/>
        </p:nvSpPr>
        <p:spPr>
          <a:xfrm>
            <a:off x="1534700" y="908550"/>
            <a:ext cx="6586200" cy="44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/>
              <a:t>CNN–GRU </a:t>
            </a:r>
            <a:br>
              <a:rPr b="1" lang="en" sz="1000"/>
            </a:br>
            <a:r>
              <a:rPr b="1" lang="en" sz="1000"/>
              <a:t>Best overall for instrument recognition; also strong on tempo.</a:t>
            </a:r>
            <a:br>
              <a:rPr b="1" lang="en" sz="1000"/>
            </a:br>
            <a:r>
              <a:rPr b="1" lang="en" sz="1000"/>
              <a:t>CNN part learns local time–frequency patterns (timbre, attack, brightness).</a:t>
            </a:r>
            <a:br>
              <a:rPr b="1" lang="en" sz="1000"/>
            </a:br>
            <a:r>
              <a:rPr b="1" lang="en" sz="1000"/>
              <a:t>GRU part models how these patterns evolve across a short phrase.Works well when the label depends on both what the sound looks like and how it changes over time.</a:t>
            </a:r>
            <a:br>
              <a:rPr b="1" lang="en" sz="1000"/>
            </a:br>
            <a:br>
              <a:rPr b="1" lang="en" sz="1000"/>
            </a:br>
            <a:r>
              <a:rPr b="1" lang="en" sz="1000"/>
              <a:t>CNN</a:t>
            </a:r>
            <a:br>
              <a:rPr b="1" lang="en" sz="1000"/>
            </a:br>
            <a:r>
              <a:rPr b="1" lang="en" sz="1000"/>
              <a:t>V</a:t>
            </a:r>
            <a:r>
              <a:rPr b="1" lang="en" sz="1000"/>
              <a:t>ery competitive on tempo and tonality/key.</a:t>
            </a:r>
            <a:br>
              <a:rPr b="1" lang="en" sz="1000"/>
            </a:br>
            <a:r>
              <a:rPr b="1" lang="en" sz="1000"/>
              <a:t>Learns stable filters for rhythmic repetition (tempo) and chord/harmonic texture (tonality).</a:t>
            </a:r>
            <a:br>
              <a:rPr b="1" lang="en" sz="1000"/>
            </a:br>
            <a:r>
              <a:rPr b="1" lang="en" sz="1000"/>
              <a:t>Less sensitive to long-range structure, but very effective at local visual patterns in the mel-spectrogram.</a:t>
            </a:r>
            <a:endParaRPr b="1" sz="10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/>
              <a:t>GRU-only</a:t>
            </a:r>
            <a:br>
              <a:rPr b="1" lang="en" sz="1000"/>
            </a:br>
            <a:r>
              <a:rPr b="1" lang="en" sz="1000"/>
              <a:t>Simple and lightweight; fastest model to train and run.</a:t>
            </a:r>
            <a:br>
              <a:rPr b="1" lang="en" sz="1000"/>
            </a:br>
            <a:r>
              <a:rPr b="1" lang="en" sz="1000"/>
              <a:t>Performs decently on instrument because timbre changes slowly over time.</a:t>
            </a:r>
            <a:br>
              <a:rPr b="1" lang="en" sz="1000"/>
            </a:br>
            <a:r>
              <a:rPr b="1" lang="en" sz="1000"/>
              <a:t>Weaker on composer and tempo, since averaging the spectrum removes rich frequency details that the GRU could have used.</a:t>
            </a:r>
            <a:endParaRPr b="1" sz="10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/>
              <a:t>Transformer (composer only)</a:t>
            </a:r>
            <a:br>
              <a:rPr b="1" lang="en" sz="1000"/>
            </a:br>
            <a:r>
              <a:rPr b="1" lang="en" sz="1000"/>
              <a:t>Trained on composer classification.</a:t>
            </a:r>
            <a:br>
              <a:rPr b="1" lang="en" sz="1000"/>
            </a:br>
            <a:r>
              <a:rPr b="1" lang="en" sz="1000"/>
              <a:t>Self-attention looks at all time steps at once, making it good at capturing long-range stylistic patterns (motifs, harmony progressions, phrase structure).</a:t>
            </a:r>
            <a:br>
              <a:rPr b="1" lang="en" sz="1000"/>
            </a:br>
            <a:r>
              <a:rPr b="1" lang="en" sz="1000"/>
              <a:t>Outperforms CNN/GRU family when the label depends on global style rather than local texture.</a:t>
            </a:r>
            <a:endParaRPr b="1" sz="1000"/>
          </a:p>
          <a:p>
            <a:pPr indent="0" lvl="0" marL="0" rtl="0" algn="l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None/>
            </a:pPr>
            <a:r>
              <a:t/>
            </a:r>
            <a:endParaRPr b="1" sz="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76"/>
          <p:cNvSpPr txBox="1"/>
          <p:nvPr>
            <p:ph type="title"/>
          </p:nvPr>
        </p:nvSpPr>
        <p:spPr>
          <a:xfrm>
            <a:off x="284700" y="28619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Final Results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97" name="Google Shape;697;p76"/>
          <p:cNvSpPr txBox="1"/>
          <p:nvPr>
            <p:ph idx="5" type="title"/>
          </p:nvPr>
        </p:nvSpPr>
        <p:spPr>
          <a:xfrm>
            <a:off x="284700" y="1364554"/>
            <a:ext cx="5622600" cy="33042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b="1"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Instrument: best with CNN–GRU, since it needs timbre detail (CNN) + phrase continuity (GRU).</a:t>
            </a:r>
            <a:endParaRPr b="1"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Tempo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best with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CNN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because tempo shows up as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regular stripes and repetitions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the spectrogram.</a:t>
            </a:r>
            <a:endParaRPr b="1"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b="1"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Tonality: moderately captured by CNN, but limited by short segments that don’t contain full cadences.</a:t>
            </a:r>
            <a:endParaRPr b="1"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b="1"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Composer: best with Transformer, which can integrate information over the entire excerpt, not just a small window.</a:t>
            </a:r>
            <a:endParaRPr b="1"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this shows about music modeling</a:t>
            </a:r>
            <a:br>
              <a:rPr b="1"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Different musical properties live on different time scales:</a:t>
            </a:r>
            <a:endParaRPr b="1"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1" marL="9144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○"/>
            </a:pPr>
            <a:r>
              <a:rPr b="1"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Timbre → local,</a:t>
            </a:r>
            <a:endParaRPr b="1"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○"/>
            </a:pPr>
            <a:r>
              <a:rPr b="1"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Rhythm → mid-range,</a:t>
            </a:r>
            <a:endParaRPr b="1"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○"/>
            </a:pPr>
            <a:r>
              <a:rPr b="1"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Style/key → more global.</a:t>
            </a:r>
            <a:endParaRPr b="1"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single model is universally best; performance improves when the architecture matches the structure of the musical information it is trying to learn</a:t>
            </a:r>
            <a:endParaRPr b="1"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77"/>
          <p:cNvSpPr txBox="1"/>
          <p:nvPr>
            <p:ph idx="1" type="body"/>
          </p:nvPr>
        </p:nvSpPr>
        <p:spPr>
          <a:xfrm>
            <a:off x="342575" y="1427825"/>
            <a:ext cx="8597700" cy="317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</a:pPr>
            <a:r>
              <a:rPr lang="en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Using the transformer model for other feature classification (i.e. tempo and instruments)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</a:pPr>
            <a:r>
              <a:rPr lang="en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longer sample sizes instead of just 3 seconds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</a:pPr>
            <a:r>
              <a:rPr lang="en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Extending training loops (further epochs) for possible higher testing accuracies and metrics</a:t>
            </a: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77"/>
          <p:cNvSpPr txBox="1"/>
          <p:nvPr>
            <p:ph type="title"/>
          </p:nvPr>
        </p:nvSpPr>
        <p:spPr>
          <a:xfrm>
            <a:off x="284700" y="474750"/>
            <a:ext cx="8355300" cy="7557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</a:rPr>
              <a:t>Remaining Steps</a:t>
            </a:r>
            <a:endParaRPr sz="2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78"/>
          <p:cNvSpPr txBox="1"/>
          <p:nvPr>
            <p:ph type="title"/>
          </p:nvPr>
        </p:nvSpPr>
        <p:spPr>
          <a:xfrm>
            <a:off x="283475" y="1096954"/>
            <a:ext cx="8575800" cy="27576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Thank you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[INT] Project timeline/workflow presentation [Style 1] ">
  <a:themeElements>
    <a:clrScheme name="Google Colours">
      <a:dk1>
        <a:srgbClr val="292D3E"/>
      </a:dk1>
      <a:lt1>
        <a:srgbClr val="FFFFFF"/>
      </a:lt1>
      <a:dk2>
        <a:srgbClr val="F1F2DF"/>
      </a:dk2>
      <a:lt2>
        <a:srgbClr val="666666"/>
      </a:lt2>
      <a:accent1>
        <a:srgbClr val="6D31FD"/>
      </a:accent1>
      <a:accent2>
        <a:srgbClr val="066B6B"/>
      </a:accent2>
      <a:accent3>
        <a:srgbClr val="FFDF5F"/>
      </a:accent3>
      <a:accent4>
        <a:srgbClr val="8289FF"/>
      </a:accent4>
      <a:accent5>
        <a:srgbClr val="FF8127"/>
      </a:accent5>
      <a:accent6>
        <a:srgbClr val="CAF38D"/>
      </a:accent6>
      <a:hlink>
        <a:srgbClr val="8289FF"/>
      </a:hlink>
      <a:folHlink>
        <a:srgbClr val="7B1FA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